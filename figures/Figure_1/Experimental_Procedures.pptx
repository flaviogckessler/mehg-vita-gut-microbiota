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348" r:id="rId2"/>
  </p:sldIdLst>
  <p:sldSz cx="18000663" cy="14400213"/>
  <p:notesSz cx="6858000" cy="9144000"/>
  <p:defaultTextStyle>
    <a:defPPr>
      <a:defRPr lang="pt-BR"/>
    </a:defPPr>
    <a:lvl1pPr marL="0" algn="l" defTabSz="1382390" rtl="0" eaLnBrk="1" latinLnBrk="0" hangingPunct="1">
      <a:defRPr sz="2721" kern="1200">
        <a:solidFill>
          <a:schemeClr val="tx1"/>
        </a:solidFill>
        <a:latin typeface="+mn-lt"/>
        <a:ea typeface="+mn-ea"/>
        <a:cs typeface="+mn-cs"/>
      </a:defRPr>
    </a:lvl1pPr>
    <a:lvl2pPr marL="691195" algn="l" defTabSz="1382390" rtl="0" eaLnBrk="1" latinLnBrk="0" hangingPunct="1">
      <a:defRPr sz="2721" kern="1200">
        <a:solidFill>
          <a:schemeClr val="tx1"/>
        </a:solidFill>
        <a:latin typeface="+mn-lt"/>
        <a:ea typeface="+mn-ea"/>
        <a:cs typeface="+mn-cs"/>
      </a:defRPr>
    </a:lvl2pPr>
    <a:lvl3pPr marL="1382390" algn="l" defTabSz="1382390" rtl="0" eaLnBrk="1" latinLnBrk="0" hangingPunct="1">
      <a:defRPr sz="2721" kern="1200">
        <a:solidFill>
          <a:schemeClr val="tx1"/>
        </a:solidFill>
        <a:latin typeface="+mn-lt"/>
        <a:ea typeface="+mn-ea"/>
        <a:cs typeface="+mn-cs"/>
      </a:defRPr>
    </a:lvl3pPr>
    <a:lvl4pPr marL="2073585" algn="l" defTabSz="1382390" rtl="0" eaLnBrk="1" latinLnBrk="0" hangingPunct="1">
      <a:defRPr sz="2721" kern="1200">
        <a:solidFill>
          <a:schemeClr val="tx1"/>
        </a:solidFill>
        <a:latin typeface="+mn-lt"/>
        <a:ea typeface="+mn-ea"/>
        <a:cs typeface="+mn-cs"/>
      </a:defRPr>
    </a:lvl4pPr>
    <a:lvl5pPr marL="2764780" algn="l" defTabSz="1382390" rtl="0" eaLnBrk="1" latinLnBrk="0" hangingPunct="1">
      <a:defRPr sz="2721" kern="1200">
        <a:solidFill>
          <a:schemeClr val="tx1"/>
        </a:solidFill>
        <a:latin typeface="+mn-lt"/>
        <a:ea typeface="+mn-ea"/>
        <a:cs typeface="+mn-cs"/>
      </a:defRPr>
    </a:lvl5pPr>
    <a:lvl6pPr marL="3455975" algn="l" defTabSz="1382390" rtl="0" eaLnBrk="1" latinLnBrk="0" hangingPunct="1">
      <a:defRPr sz="2721" kern="1200">
        <a:solidFill>
          <a:schemeClr val="tx1"/>
        </a:solidFill>
        <a:latin typeface="+mn-lt"/>
        <a:ea typeface="+mn-ea"/>
        <a:cs typeface="+mn-cs"/>
      </a:defRPr>
    </a:lvl6pPr>
    <a:lvl7pPr marL="4147170" algn="l" defTabSz="1382390" rtl="0" eaLnBrk="1" latinLnBrk="0" hangingPunct="1">
      <a:defRPr sz="2721" kern="1200">
        <a:solidFill>
          <a:schemeClr val="tx1"/>
        </a:solidFill>
        <a:latin typeface="+mn-lt"/>
        <a:ea typeface="+mn-ea"/>
        <a:cs typeface="+mn-cs"/>
      </a:defRPr>
    </a:lvl7pPr>
    <a:lvl8pPr marL="4838365" algn="l" defTabSz="1382390" rtl="0" eaLnBrk="1" latinLnBrk="0" hangingPunct="1">
      <a:defRPr sz="2721" kern="1200">
        <a:solidFill>
          <a:schemeClr val="tx1"/>
        </a:solidFill>
        <a:latin typeface="+mn-lt"/>
        <a:ea typeface="+mn-ea"/>
        <a:cs typeface="+mn-cs"/>
      </a:defRPr>
    </a:lvl8pPr>
    <a:lvl9pPr marL="5529560" algn="l" defTabSz="1382390" rtl="0" eaLnBrk="1" latinLnBrk="0" hangingPunct="1">
      <a:defRPr sz="272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536" userDrawn="1">
          <p15:clr>
            <a:srgbClr val="A4A3A4"/>
          </p15:clr>
        </p15:guide>
        <p15:guide id="2" pos="56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F1DE"/>
    <a:srgbClr val="FF6565"/>
    <a:srgbClr val="00E616"/>
    <a:srgbClr val="00FE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947" autoAdjust="0"/>
  </p:normalViewPr>
  <p:slideViewPr>
    <p:cSldViewPr>
      <p:cViewPr varScale="1">
        <p:scale>
          <a:sx n="36" d="100"/>
          <a:sy n="36" d="100"/>
        </p:scale>
        <p:origin x="1723" y="43"/>
      </p:cViewPr>
      <p:guideLst>
        <p:guide orient="horz" pos="4536"/>
        <p:guide pos="567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E11871-477A-4BE3-881C-F2127F81552C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285875" y="685800"/>
            <a:ext cx="42862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BEE02C-FB06-4F2D-A439-C45447F81F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685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1pPr>
    <a:lvl2pPr marL="69119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2pPr>
    <a:lvl3pPr marL="138239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3pPr>
    <a:lvl4pPr marL="207358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4pPr>
    <a:lvl5pPr marL="276478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5pPr>
    <a:lvl6pPr marL="345597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6pPr>
    <a:lvl7pPr marL="414717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7pPr>
    <a:lvl8pPr marL="483836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8pPr>
    <a:lvl9pPr marL="552956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350052" y="4473405"/>
            <a:ext cx="15300563" cy="3086712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700101" y="8160121"/>
            <a:ext cx="12600464" cy="368005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AEABF-B485-494A-A083-A416C0D56E7F}" type="datetimeFigureOut">
              <a:rPr lang="pt-BR" smtClean="0"/>
              <a:pPr/>
              <a:t>06/08/2026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4B304-A24F-4A8D-B90B-206682FCC7CC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AEABF-B485-494A-A083-A416C0D56E7F}" type="datetimeFigureOut">
              <a:rPr lang="pt-BR" smtClean="0"/>
              <a:pPr/>
              <a:t>06/08/2026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4B304-A24F-4A8D-B90B-206682FCC7CC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21930" y="9253476"/>
            <a:ext cx="15300563" cy="286004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421930" y="6103425"/>
            <a:ext cx="15300563" cy="315004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9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9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9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9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9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9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9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AEABF-B485-494A-A083-A416C0D56E7F}" type="datetimeFigureOut">
              <a:rPr lang="pt-BR" smtClean="0"/>
              <a:pPr/>
              <a:t>06/08/2026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4B304-A24F-4A8D-B90B-206682FCC7CC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900034" y="3360056"/>
            <a:ext cx="7950291" cy="95034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9150340" y="3360056"/>
            <a:ext cx="7950291" cy="95034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AEABF-B485-494A-A083-A416C0D56E7F}" type="datetimeFigureOut">
              <a:rPr lang="pt-BR" smtClean="0"/>
              <a:pPr/>
              <a:t>06/08/2026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4B304-A24F-4A8D-B90B-206682FCC7CC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900035" y="3223382"/>
            <a:ext cx="7953419" cy="134335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399" indent="0">
              <a:buNone/>
              <a:defRPr sz="1800" b="1"/>
            </a:lvl3pPr>
            <a:lvl4pPr marL="1371599" indent="0">
              <a:buNone/>
              <a:defRPr sz="1600" b="1"/>
            </a:lvl4pPr>
            <a:lvl5pPr marL="1828798" indent="0">
              <a:buNone/>
              <a:defRPr sz="1600" b="1"/>
            </a:lvl5pPr>
            <a:lvl6pPr marL="2285998" indent="0">
              <a:buNone/>
              <a:defRPr sz="1600" b="1"/>
            </a:lvl6pPr>
            <a:lvl7pPr marL="2743197" indent="0">
              <a:buNone/>
              <a:defRPr sz="1600" b="1"/>
            </a:lvl7pPr>
            <a:lvl8pPr marL="3200397" indent="0">
              <a:buNone/>
              <a:defRPr sz="1600" b="1"/>
            </a:lvl8pPr>
            <a:lvl9pPr marL="3657597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900035" y="4566734"/>
            <a:ext cx="7953419" cy="829679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9144090" y="3223382"/>
            <a:ext cx="7956543" cy="134335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399" indent="0">
              <a:buNone/>
              <a:defRPr sz="1800" b="1"/>
            </a:lvl3pPr>
            <a:lvl4pPr marL="1371599" indent="0">
              <a:buNone/>
              <a:defRPr sz="1600" b="1"/>
            </a:lvl4pPr>
            <a:lvl5pPr marL="1828798" indent="0">
              <a:buNone/>
              <a:defRPr sz="1600" b="1"/>
            </a:lvl5pPr>
            <a:lvl6pPr marL="2285998" indent="0">
              <a:buNone/>
              <a:defRPr sz="1600" b="1"/>
            </a:lvl6pPr>
            <a:lvl7pPr marL="2743197" indent="0">
              <a:buNone/>
              <a:defRPr sz="1600" b="1"/>
            </a:lvl7pPr>
            <a:lvl8pPr marL="3200397" indent="0">
              <a:buNone/>
              <a:defRPr sz="1600" b="1"/>
            </a:lvl8pPr>
            <a:lvl9pPr marL="3657597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9144090" y="4566734"/>
            <a:ext cx="7956543" cy="829679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AEABF-B485-494A-A083-A416C0D56E7F}" type="datetimeFigureOut">
              <a:rPr lang="pt-BR" smtClean="0"/>
              <a:pPr/>
              <a:t>06/08/2026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4B304-A24F-4A8D-B90B-206682FCC7CC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AEABF-B485-494A-A083-A416C0D56E7F}" type="datetimeFigureOut">
              <a:rPr lang="pt-BR" smtClean="0"/>
              <a:pPr/>
              <a:t>06/08/2026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4B304-A24F-4A8D-B90B-206682FCC7CC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AEABF-B485-494A-A083-A416C0D56E7F}" type="datetimeFigureOut">
              <a:rPr lang="pt-BR" smtClean="0"/>
              <a:pPr/>
              <a:t>06/08/2026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4B304-A24F-4A8D-B90B-206682FCC7CC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00036" y="573342"/>
            <a:ext cx="5922094" cy="244003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037761" y="573346"/>
            <a:ext cx="10062871" cy="1229018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900036" y="3013384"/>
            <a:ext cx="5922094" cy="98501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399" indent="0">
              <a:buNone/>
              <a:defRPr sz="1000"/>
            </a:lvl3pPr>
            <a:lvl4pPr marL="1371599" indent="0">
              <a:buNone/>
              <a:defRPr sz="900"/>
            </a:lvl4pPr>
            <a:lvl5pPr marL="1828798" indent="0">
              <a:buNone/>
              <a:defRPr sz="900"/>
            </a:lvl5pPr>
            <a:lvl6pPr marL="2285998" indent="0">
              <a:buNone/>
              <a:defRPr sz="900"/>
            </a:lvl6pPr>
            <a:lvl7pPr marL="2743197" indent="0">
              <a:buNone/>
              <a:defRPr sz="900"/>
            </a:lvl7pPr>
            <a:lvl8pPr marL="3200397" indent="0">
              <a:buNone/>
              <a:defRPr sz="900"/>
            </a:lvl8pPr>
            <a:lvl9pPr marL="3657597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AEABF-B485-494A-A083-A416C0D56E7F}" type="datetimeFigureOut">
              <a:rPr lang="pt-BR" smtClean="0"/>
              <a:pPr/>
              <a:t>06/08/2026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4B304-A24F-4A8D-B90B-206682FCC7CC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528255" y="10080150"/>
            <a:ext cx="10800398" cy="119001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3528255" y="1286686"/>
            <a:ext cx="10800398" cy="864012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399" indent="0">
              <a:buNone/>
              <a:defRPr sz="2400"/>
            </a:lvl3pPr>
            <a:lvl4pPr marL="1371599" indent="0">
              <a:buNone/>
              <a:defRPr sz="2000"/>
            </a:lvl4pPr>
            <a:lvl5pPr marL="1828798" indent="0">
              <a:buNone/>
              <a:defRPr sz="2000"/>
            </a:lvl5pPr>
            <a:lvl6pPr marL="2285998" indent="0">
              <a:buNone/>
              <a:defRPr sz="2000"/>
            </a:lvl6pPr>
            <a:lvl7pPr marL="2743197" indent="0">
              <a:buNone/>
              <a:defRPr sz="2000"/>
            </a:lvl7pPr>
            <a:lvl8pPr marL="3200397" indent="0">
              <a:buNone/>
              <a:defRPr sz="2000"/>
            </a:lvl8pPr>
            <a:lvl9pPr marL="3657597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3528255" y="11270168"/>
            <a:ext cx="10800398" cy="169002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399" indent="0">
              <a:buNone/>
              <a:defRPr sz="1000"/>
            </a:lvl3pPr>
            <a:lvl4pPr marL="1371599" indent="0">
              <a:buNone/>
              <a:defRPr sz="900"/>
            </a:lvl4pPr>
            <a:lvl5pPr marL="1828798" indent="0">
              <a:buNone/>
              <a:defRPr sz="900"/>
            </a:lvl5pPr>
            <a:lvl6pPr marL="2285998" indent="0">
              <a:buNone/>
              <a:defRPr sz="900"/>
            </a:lvl6pPr>
            <a:lvl7pPr marL="2743197" indent="0">
              <a:buNone/>
              <a:defRPr sz="900"/>
            </a:lvl7pPr>
            <a:lvl8pPr marL="3200397" indent="0">
              <a:buNone/>
              <a:defRPr sz="900"/>
            </a:lvl8pPr>
            <a:lvl9pPr marL="3657597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AEABF-B485-494A-A083-A416C0D56E7F}" type="datetimeFigureOut">
              <a:rPr lang="pt-BR" smtClean="0"/>
              <a:pPr/>
              <a:t>06/08/2026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4B304-A24F-4A8D-B90B-206682FCC7CC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AEABF-B485-494A-A083-A416C0D56E7F}" type="datetimeFigureOut">
              <a:rPr lang="pt-BR" smtClean="0"/>
              <a:pPr/>
              <a:t>06/08/2026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4B304-A24F-4A8D-B90B-206682FCC7CC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3050480" y="576682"/>
            <a:ext cx="4050149" cy="12286848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900034" y="576682"/>
            <a:ext cx="11850436" cy="12286848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AEABF-B485-494A-A083-A416C0D56E7F}" type="datetimeFigureOut">
              <a:rPr lang="pt-BR" smtClean="0"/>
              <a:pPr/>
              <a:t>06/08/2026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4B304-A24F-4A8D-B90B-206682FCC7CC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900035" y="576676"/>
            <a:ext cx="16200597" cy="24000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900035" y="3360056"/>
            <a:ext cx="16200597" cy="95034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900034" y="13346869"/>
            <a:ext cx="4200155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2AEABF-B485-494A-A083-A416C0D56E7F}" type="datetimeFigureOut">
              <a:rPr lang="pt-BR" smtClean="0"/>
              <a:pPr/>
              <a:t>06/08/2026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6150229" y="13346869"/>
            <a:ext cx="5700209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12900476" y="13346869"/>
            <a:ext cx="4200155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14B304-A24F-4A8D-B90B-206682FCC7CC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399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99" indent="-342899" algn="l" defTabSz="914399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49" indent="-285750" algn="l" defTabSz="914399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99" indent="-228600" algn="l" defTabSz="914399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98" indent="-228600" algn="l" defTabSz="914399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98" indent="-228600" algn="l" defTabSz="914399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98" indent="-228600" algn="l" defTabSz="91439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97" indent="-228600" algn="l" defTabSz="91439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97" indent="-228600" algn="l" defTabSz="91439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97" indent="-228600" algn="l" defTabSz="91439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9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39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99" algn="l" defTabSz="91439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99" algn="l" defTabSz="91439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8" algn="l" defTabSz="91439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98" algn="l" defTabSz="91439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97" algn="l" defTabSz="91439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97" algn="l" defTabSz="91439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97" algn="l" defTabSz="91439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tângulo 47">
            <a:extLst>
              <a:ext uri="{FF2B5EF4-FFF2-40B4-BE49-F238E27FC236}">
                <a16:creationId xmlns:a16="http://schemas.microsoft.com/office/drawing/2014/main" id="{27937785-047E-4F4E-BB13-5A695660B63F}"/>
              </a:ext>
            </a:extLst>
          </p:cNvPr>
          <p:cNvSpPr/>
          <p:nvPr/>
        </p:nvSpPr>
        <p:spPr>
          <a:xfrm>
            <a:off x="10723901" y="8120584"/>
            <a:ext cx="6585874" cy="413726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6">
            <a:extLst>
              <a:ext uri="{FF2B5EF4-FFF2-40B4-BE49-F238E27FC236}">
                <a16:creationId xmlns:a16="http://schemas.microsoft.com/office/drawing/2014/main" id="{8461DA57-AA0F-4017-80AA-908E506F54D9}"/>
              </a:ext>
            </a:extLst>
          </p:cNvPr>
          <p:cNvSpPr txBox="1"/>
          <p:nvPr/>
        </p:nvSpPr>
        <p:spPr>
          <a:xfrm>
            <a:off x="2380224" y="5471914"/>
            <a:ext cx="8354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F1</a:t>
            </a:r>
          </a:p>
        </p:txBody>
      </p:sp>
      <p:sp>
        <p:nvSpPr>
          <p:cNvPr id="55" name="TextBox 46">
            <a:extLst>
              <a:ext uri="{FF2B5EF4-FFF2-40B4-BE49-F238E27FC236}">
                <a16:creationId xmlns:a16="http://schemas.microsoft.com/office/drawing/2014/main" id="{81AF5A1C-A746-4620-B37D-A5B0C6CCECD9}"/>
              </a:ext>
            </a:extLst>
          </p:cNvPr>
          <p:cNvSpPr txBox="1"/>
          <p:nvPr/>
        </p:nvSpPr>
        <p:spPr>
          <a:xfrm>
            <a:off x="9346435" y="7942833"/>
            <a:ext cx="10894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F2</a:t>
            </a:r>
          </a:p>
        </p:txBody>
      </p:sp>
      <p:sp>
        <p:nvSpPr>
          <p:cNvPr id="57" name="Elipse 56">
            <a:extLst>
              <a:ext uri="{FF2B5EF4-FFF2-40B4-BE49-F238E27FC236}">
                <a16:creationId xmlns:a16="http://schemas.microsoft.com/office/drawing/2014/main" id="{F066BE32-308D-4A1F-A551-2AF873F96CF1}"/>
              </a:ext>
            </a:extLst>
          </p:cNvPr>
          <p:cNvSpPr/>
          <p:nvPr/>
        </p:nvSpPr>
        <p:spPr>
          <a:xfrm>
            <a:off x="9491295" y="7942839"/>
            <a:ext cx="799715" cy="76942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Retângulo 58">
            <a:extLst>
              <a:ext uri="{FF2B5EF4-FFF2-40B4-BE49-F238E27FC236}">
                <a16:creationId xmlns:a16="http://schemas.microsoft.com/office/drawing/2014/main" id="{5782EA2F-879F-4FDA-8166-643A2148C6DD}"/>
              </a:ext>
            </a:extLst>
          </p:cNvPr>
          <p:cNvSpPr/>
          <p:nvPr/>
        </p:nvSpPr>
        <p:spPr>
          <a:xfrm>
            <a:off x="3635219" y="5662804"/>
            <a:ext cx="4302249" cy="38766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2D07B8AF-AEA2-4A8F-9472-64678442ABA5}"/>
              </a:ext>
            </a:extLst>
          </p:cNvPr>
          <p:cNvSpPr/>
          <p:nvPr/>
        </p:nvSpPr>
        <p:spPr>
          <a:xfrm>
            <a:off x="7924841" y="5667243"/>
            <a:ext cx="7589602" cy="38322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1" name="Conector de seta reta 13">
            <a:extLst>
              <a:ext uri="{FF2B5EF4-FFF2-40B4-BE49-F238E27FC236}">
                <a16:creationId xmlns:a16="http://schemas.microsoft.com/office/drawing/2014/main" id="{2B8A84D8-FE33-4328-A7E6-F7D06D70ADCD}"/>
              </a:ext>
            </a:extLst>
          </p:cNvPr>
          <p:cNvCxnSpPr>
            <a:cxnSpLocks/>
          </p:cNvCxnSpPr>
          <p:nvPr/>
        </p:nvCxnSpPr>
        <p:spPr>
          <a:xfrm flipH="1" flipV="1">
            <a:off x="3630516" y="5153532"/>
            <a:ext cx="4857" cy="896932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CaixaDeTexto 63">
            <a:extLst>
              <a:ext uri="{FF2B5EF4-FFF2-40B4-BE49-F238E27FC236}">
                <a16:creationId xmlns:a16="http://schemas.microsoft.com/office/drawing/2014/main" id="{804EC39A-4908-49D9-9BAF-CC0A95EA6EC9}"/>
              </a:ext>
            </a:extLst>
          </p:cNvPr>
          <p:cNvSpPr txBox="1"/>
          <p:nvPr/>
        </p:nvSpPr>
        <p:spPr>
          <a:xfrm>
            <a:off x="3028297" y="4638772"/>
            <a:ext cx="1204437" cy="5110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GD0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0B1557EF-B954-486D-9E0E-6F7ABF22C946}"/>
              </a:ext>
            </a:extLst>
          </p:cNvPr>
          <p:cNvSpPr txBox="1"/>
          <p:nvPr/>
        </p:nvSpPr>
        <p:spPr>
          <a:xfrm>
            <a:off x="7204761" y="4641769"/>
            <a:ext cx="1731583" cy="5110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PND21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F197CA15-34E2-4A04-A302-4863E3D96649}"/>
              </a:ext>
            </a:extLst>
          </p:cNvPr>
          <p:cNvSpPr txBox="1"/>
          <p:nvPr/>
        </p:nvSpPr>
        <p:spPr>
          <a:xfrm>
            <a:off x="9856415" y="4666330"/>
            <a:ext cx="1731583" cy="5110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PND90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CaixaDeTexto 66">
            <a:extLst>
              <a:ext uri="{FF2B5EF4-FFF2-40B4-BE49-F238E27FC236}">
                <a16:creationId xmlns:a16="http://schemas.microsoft.com/office/drawing/2014/main" id="{482EE91D-B59E-4F27-9615-AACF7E8120AE}"/>
              </a:ext>
            </a:extLst>
          </p:cNvPr>
          <p:cNvSpPr txBox="1"/>
          <p:nvPr/>
        </p:nvSpPr>
        <p:spPr>
          <a:xfrm>
            <a:off x="10734180" y="5681132"/>
            <a:ext cx="4804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Adulthood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9" name="Imagem 68">
            <a:extLst>
              <a:ext uri="{FF2B5EF4-FFF2-40B4-BE49-F238E27FC236}">
                <a16:creationId xmlns:a16="http://schemas.microsoft.com/office/drawing/2014/main" id="{550168D0-2C75-43AB-AF95-93ABA090B64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5" r="10161" b="58104"/>
          <a:stretch/>
        </p:blipFill>
        <p:spPr>
          <a:xfrm>
            <a:off x="5358582" y="5131802"/>
            <a:ext cx="806318" cy="549814"/>
          </a:xfrm>
          <a:prstGeom prst="rect">
            <a:avLst/>
          </a:prstGeom>
        </p:spPr>
      </p:pic>
      <p:pic>
        <p:nvPicPr>
          <p:cNvPr id="70" name="Imagem 69">
            <a:extLst>
              <a:ext uri="{FF2B5EF4-FFF2-40B4-BE49-F238E27FC236}">
                <a16:creationId xmlns:a16="http://schemas.microsoft.com/office/drawing/2014/main" id="{A9285A3D-0B97-47AE-8E9B-F51E60352D4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5" t="42506" r="50000" b="24331"/>
          <a:stretch/>
        </p:blipFill>
        <p:spPr>
          <a:xfrm>
            <a:off x="3820385" y="5125482"/>
            <a:ext cx="559876" cy="562457"/>
          </a:xfrm>
          <a:prstGeom prst="rect">
            <a:avLst/>
          </a:prstGeom>
        </p:spPr>
      </p:pic>
      <p:pic>
        <p:nvPicPr>
          <p:cNvPr id="71" name="Imagem 70">
            <a:extLst>
              <a:ext uri="{FF2B5EF4-FFF2-40B4-BE49-F238E27FC236}">
                <a16:creationId xmlns:a16="http://schemas.microsoft.com/office/drawing/2014/main" id="{993B4DCA-A352-4C6B-A9DD-8A2878D6A13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443" r="28505" b="42664"/>
          <a:stretch/>
        </p:blipFill>
        <p:spPr>
          <a:xfrm>
            <a:off x="8784307" y="5019535"/>
            <a:ext cx="1075499" cy="572183"/>
          </a:xfrm>
          <a:prstGeom prst="rect">
            <a:avLst/>
          </a:prstGeom>
        </p:spPr>
      </p:pic>
      <p:pic>
        <p:nvPicPr>
          <p:cNvPr id="72" name="Imagem 71">
            <a:extLst>
              <a:ext uri="{FF2B5EF4-FFF2-40B4-BE49-F238E27FC236}">
                <a16:creationId xmlns:a16="http://schemas.microsoft.com/office/drawing/2014/main" id="{7082B2EF-4180-4D67-B751-C6986453F30B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167" r="43076" b="61214"/>
          <a:stretch/>
        </p:blipFill>
        <p:spPr>
          <a:xfrm>
            <a:off x="7039139" y="5259631"/>
            <a:ext cx="901613" cy="294159"/>
          </a:xfrm>
          <a:prstGeom prst="rect">
            <a:avLst/>
          </a:prstGeom>
        </p:spPr>
      </p:pic>
      <p:cxnSp>
        <p:nvCxnSpPr>
          <p:cNvPr id="73" name="Conector de seta reta 27">
            <a:extLst>
              <a:ext uri="{FF2B5EF4-FFF2-40B4-BE49-F238E27FC236}">
                <a16:creationId xmlns:a16="http://schemas.microsoft.com/office/drawing/2014/main" id="{76C0C593-494B-4244-9B9B-BAFF75C05B6E}"/>
              </a:ext>
            </a:extLst>
          </p:cNvPr>
          <p:cNvCxnSpPr>
            <a:cxnSpLocks/>
            <a:stCxn id="70" idx="3"/>
            <a:endCxn id="69" idx="1"/>
          </p:cNvCxnSpPr>
          <p:nvPr/>
        </p:nvCxnSpPr>
        <p:spPr>
          <a:xfrm flipV="1">
            <a:off x="4380262" y="5406710"/>
            <a:ext cx="978321" cy="1"/>
          </a:xfrm>
          <a:prstGeom prst="straightConnector1">
            <a:avLst/>
          </a:prstGeom>
          <a:ln w="952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ector de seta reta 28">
            <a:extLst>
              <a:ext uri="{FF2B5EF4-FFF2-40B4-BE49-F238E27FC236}">
                <a16:creationId xmlns:a16="http://schemas.microsoft.com/office/drawing/2014/main" id="{B1AB7CE7-D20F-4436-A098-0C64E6A7AB37}"/>
              </a:ext>
            </a:extLst>
          </p:cNvPr>
          <p:cNvCxnSpPr>
            <a:cxnSpLocks/>
            <a:stCxn id="69" idx="3"/>
            <a:endCxn id="72" idx="1"/>
          </p:cNvCxnSpPr>
          <p:nvPr/>
        </p:nvCxnSpPr>
        <p:spPr>
          <a:xfrm>
            <a:off x="6164900" y="5406710"/>
            <a:ext cx="874238" cy="1"/>
          </a:xfrm>
          <a:prstGeom prst="straightConnector1">
            <a:avLst/>
          </a:prstGeom>
          <a:ln w="952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CaixaDeTexto 85">
            <a:extLst>
              <a:ext uri="{FF2B5EF4-FFF2-40B4-BE49-F238E27FC236}">
                <a16:creationId xmlns:a16="http://schemas.microsoft.com/office/drawing/2014/main" id="{467BA298-3E46-45DF-94AB-0E8C6508662A}"/>
              </a:ext>
            </a:extLst>
          </p:cNvPr>
          <p:cNvSpPr txBox="1"/>
          <p:nvPr/>
        </p:nvSpPr>
        <p:spPr>
          <a:xfrm>
            <a:off x="10711692" y="8591845"/>
            <a:ext cx="27388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Breeding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unrelated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animals</a:t>
            </a:r>
            <a:endParaRPr lang="pt-B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within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group</a:t>
            </a:r>
            <a:endParaRPr lang="pt-B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7" name="Conector de seta reta 13">
            <a:extLst>
              <a:ext uri="{FF2B5EF4-FFF2-40B4-BE49-F238E27FC236}">
                <a16:creationId xmlns:a16="http://schemas.microsoft.com/office/drawing/2014/main" id="{145C055A-9152-4FBE-A510-F5858FD471DD}"/>
              </a:ext>
            </a:extLst>
          </p:cNvPr>
          <p:cNvCxnSpPr>
            <a:cxnSpLocks/>
          </p:cNvCxnSpPr>
          <p:nvPr/>
        </p:nvCxnSpPr>
        <p:spPr>
          <a:xfrm flipV="1">
            <a:off x="7926535" y="5155291"/>
            <a:ext cx="1" cy="89517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ector de seta reta 13">
            <a:extLst>
              <a:ext uri="{FF2B5EF4-FFF2-40B4-BE49-F238E27FC236}">
                <a16:creationId xmlns:a16="http://schemas.microsoft.com/office/drawing/2014/main" id="{D7F27E92-9D07-4AC8-8FB5-99D5228750E6}"/>
              </a:ext>
            </a:extLst>
          </p:cNvPr>
          <p:cNvCxnSpPr>
            <a:cxnSpLocks/>
          </p:cNvCxnSpPr>
          <p:nvPr/>
        </p:nvCxnSpPr>
        <p:spPr>
          <a:xfrm flipH="1" flipV="1">
            <a:off x="10719778" y="5153532"/>
            <a:ext cx="4857" cy="896932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Conector de seta reta 13">
            <a:extLst>
              <a:ext uri="{FF2B5EF4-FFF2-40B4-BE49-F238E27FC236}">
                <a16:creationId xmlns:a16="http://schemas.microsoft.com/office/drawing/2014/main" id="{173DB2F7-0B4F-4C89-BB4A-26346196E1B8}"/>
              </a:ext>
            </a:extLst>
          </p:cNvPr>
          <p:cNvCxnSpPr>
            <a:cxnSpLocks/>
          </p:cNvCxnSpPr>
          <p:nvPr/>
        </p:nvCxnSpPr>
        <p:spPr>
          <a:xfrm flipH="1" flipV="1">
            <a:off x="10719778" y="7637378"/>
            <a:ext cx="4857" cy="896932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CaixaDeTexto 122">
            <a:extLst>
              <a:ext uri="{FF2B5EF4-FFF2-40B4-BE49-F238E27FC236}">
                <a16:creationId xmlns:a16="http://schemas.microsoft.com/office/drawing/2014/main" id="{2902742C-3D27-4F2A-B06B-78CC66D2A04E}"/>
              </a:ext>
            </a:extLst>
          </p:cNvPr>
          <p:cNvSpPr txBox="1"/>
          <p:nvPr/>
        </p:nvSpPr>
        <p:spPr>
          <a:xfrm>
            <a:off x="10119988" y="7118120"/>
            <a:ext cx="1204437" cy="5110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GD0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CaixaDeTexto 123">
            <a:extLst>
              <a:ext uri="{FF2B5EF4-FFF2-40B4-BE49-F238E27FC236}">
                <a16:creationId xmlns:a16="http://schemas.microsoft.com/office/drawing/2014/main" id="{9257C178-7FD2-49D1-9127-59EC5B96EB75}"/>
              </a:ext>
            </a:extLst>
          </p:cNvPr>
          <p:cNvSpPr txBox="1"/>
          <p:nvPr/>
        </p:nvSpPr>
        <p:spPr>
          <a:xfrm>
            <a:off x="13172174" y="7121117"/>
            <a:ext cx="1731583" cy="5110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PND21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5" name="Imagem 124">
            <a:extLst>
              <a:ext uri="{FF2B5EF4-FFF2-40B4-BE49-F238E27FC236}">
                <a16:creationId xmlns:a16="http://schemas.microsoft.com/office/drawing/2014/main" id="{CCB0DA6F-9B7B-4AB0-B10C-5EBE7BCCB7F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5" r="10161" b="58104"/>
          <a:stretch/>
        </p:blipFill>
        <p:spPr>
          <a:xfrm>
            <a:off x="11876030" y="7580074"/>
            <a:ext cx="806318" cy="549814"/>
          </a:xfrm>
          <a:prstGeom prst="rect">
            <a:avLst/>
          </a:prstGeom>
        </p:spPr>
      </p:pic>
      <p:pic>
        <p:nvPicPr>
          <p:cNvPr id="126" name="Imagem 125">
            <a:extLst>
              <a:ext uri="{FF2B5EF4-FFF2-40B4-BE49-F238E27FC236}">
                <a16:creationId xmlns:a16="http://schemas.microsoft.com/office/drawing/2014/main" id="{3BD1FD50-1A11-49F9-AE7B-8223A1D8B7F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5" t="42506" r="50000" b="24331"/>
          <a:stretch/>
        </p:blipFill>
        <p:spPr>
          <a:xfrm>
            <a:off x="10913770" y="7573754"/>
            <a:ext cx="559876" cy="562457"/>
          </a:xfrm>
          <a:prstGeom prst="rect">
            <a:avLst/>
          </a:prstGeom>
        </p:spPr>
      </p:pic>
      <p:pic>
        <p:nvPicPr>
          <p:cNvPr id="127" name="Imagem 126">
            <a:extLst>
              <a:ext uri="{FF2B5EF4-FFF2-40B4-BE49-F238E27FC236}">
                <a16:creationId xmlns:a16="http://schemas.microsoft.com/office/drawing/2014/main" id="{D3D92B95-70AE-45B2-B788-29A97E0C9F19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167" r="43076" b="61214"/>
          <a:stretch/>
        </p:blipFill>
        <p:spPr>
          <a:xfrm>
            <a:off x="13100166" y="7707903"/>
            <a:ext cx="901613" cy="294159"/>
          </a:xfrm>
          <a:prstGeom prst="rect">
            <a:avLst/>
          </a:prstGeom>
        </p:spPr>
      </p:pic>
      <p:cxnSp>
        <p:nvCxnSpPr>
          <p:cNvPr id="128" name="Conector de seta reta 27">
            <a:extLst>
              <a:ext uri="{FF2B5EF4-FFF2-40B4-BE49-F238E27FC236}">
                <a16:creationId xmlns:a16="http://schemas.microsoft.com/office/drawing/2014/main" id="{2DD70D9B-8A16-4154-9FE3-DD03832A4A4F}"/>
              </a:ext>
            </a:extLst>
          </p:cNvPr>
          <p:cNvCxnSpPr>
            <a:cxnSpLocks/>
            <a:stCxn id="126" idx="3"/>
            <a:endCxn id="125" idx="1"/>
          </p:cNvCxnSpPr>
          <p:nvPr/>
        </p:nvCxnSpPr>
        <p:spPr>
          <a:xfrm flipV="1">
            <a:off x="11473646" y="7854981"/>
            <a:ext cx="402384" cy="2"/>
          </a:xfrm>
          <a:prstGeom prst="straightConnector1">
            <a:avLst/>
          </a:prstGeom>
          <a:ln w="952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ector de seta reta 28">
            <a:extLst>
              <a:ext uri="{FF2B5EF4-FFF2-40B4-BE49-F238E27FC236}">
                <a16:creationId xmlns:a16="http://schemas.microsoft.com/office/drawing/2014/main" id="{E3351292-9CE8-49FC-AA2E-E5875A7D01A8}"/>
              </a:ext>
            </a:extLst>
          </p:cNvPr>
          <p:cNvCxnSpPr>
            <a:cxnSpLocks/>
            <a:stCxn id="125" idx="3"/>
            <a:endCxn id="127" idx="1"/>
          </p:cNvCxnSpPr>
          <p:nvPr/>
        </p:nvCxnSpPr>
        <p:spPr>
          <a:xfrm>
            <a:off x="12682348" y="7854981"/>
            <a:ext cx="417818" cy="2"/>
          </a:xfrm>
          <a:prstGeom prst="straightConnector1">
            <a:avLst/>
          </a:prstGeom>
          <a:ln w="952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ector de seta reta 13">
            <a:extLst>
              <a:ext uri="{FF2B5EF4-FFF2-40B4-BE49-F238E27FC236}">
                <a16:creationId xmlns:a16="http://schemas.microsoft.com/office/drawing/2014/main" id="{1DB4C811-64A7-479B-917B-DD945BA9B470}"/>
              </a:ext>
            </a:extLst>
          </p:cNvPr>
          <p:cNvCxnSpPr>
            <a:cxnSpLocks/>
          </p:cNvCxnSpPr>
          <p:nvPr/>
        </p:nvCxnSpPr>
        <p:spPr>
          <a:xfrm flipV="1">
            <a:off x="14062425" y="7639137"/>
            <a:ext cx="1" cy="89517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CaixaDeTexto 131">
            <a:extLst>
              <a:ext uri="{FF2B5EF4-FFF2-40B4-BE49-F238E27FC236}">
                <a16:creationId xmlns:a16="http://schemas.microsoft.com/office/drawing/2014/main" id="{30EC819E-E8DC-4CAC-8A8E-BF12FA9E27D4}"/>
              </a:ext>
            </a:extLst>
          </p:cNvPr>
          <p:cNvSpPr txBox="1"/>
          <p:nvPr/>
        </p:nvSpPr>
        <p:spPr>
          <a:xfrm>
            <a:off x="14062425" y="8133771"/>
            <a:ext cx="3252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Adulthood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7" name="Elipse 136">
            <a:extLst>
              <a:ext uri="{FF2B5EF4-FFF2-40B4-BE49-F238E27FC236}">
                <a16:creationId xmlns:a16="http://schemas.microsoft.com/office/drawing/2014/main" id="{2AEBE189-FA12-4D83-9665-88D547BDD0AA}"/>
              </a:ext>
            </a:extLst>
          </p:cNvPr>
          <p:cNvSpPr/>
          <p:nvPr/>
        </p:nvSpPr>
        <p:spPr>
          <a:xfrm>
            <a:off x="2398086" y="5471920"/>
            <a:ext cx="799715" cy="76942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ACE90CFB-66B9-906F-7D61-43CC1475DF4A}"/>
              </a:ext>
            </a:extLst>
          </p:cNvPr>
          <p:cNvCxnSpPr>
            <a:cxnSpLocks/>
            <a:endCxn id="123" idx="0"/>
          </p:cNvCxnSpPr>
          <p:nvPr/>
        </p:nvCxnSpPr>
        <p:spPr>
          <a:xfrm flipH="1">
            <a:off x="10722207" y="6027653"/>
            <a:ext cx="1642" cy="1090467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Conector de seta reta 13">
            <a:extLst>
              <a:ext uri="{FF2B5EF4-FFF2-40B4-BE49-F238E27FC236}">
                <a16:creationId xmlns:a16="http://schemas.microsoft.com/office/drawing/2014/main" id="{917C0C0E-FF09-DFEF-47E7-210558EE6D8F}"/>
              </a:ext>
            </a:extLst>
          </p:cNvPr>
          <p:cNvCxnSpPr>
            <a:cxnSpLocks/>
          </p:cNvCxnSpPr>
          <p:nvPr/>
        </p:nvCxnSpPr>
        <p:spPr>
          <a:xfrm flipV="1">
            <a:off x="17294047" y="7662591"/>
            <a:ext cx="1" cy="89517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ector de seta reta 13">
            <a:extLst>
              <a:ext uri="{FF2B5EF4-FFF2-40B4-BE49-F238E27FC236}">
                <a16:creationId xmlns:a16="http://schemas.microsoft.com/office/drawing/2014/main" id="{5D1558F8-E20A-4EB3-1187-747DAE06D07A}"/>
              </a:ext>
            </a:extLst>
          </p:cNvPr>
          <p:cNvCxnSpPr>
            <a:cxnSpLocks/>
          </p:cNvCxnSpPr>
          <p:nvPr/>
        </p:nvCxnSpPr>
        <p:spPr>
          <a:xfrm flipV="1">
            <a:off x="15548437" y="5155291"/>
            <a:ext cx="1" cy="89517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ixaDeTexto 4">
            <a:extLst>
              <a:ext uri="{FF2B5EF4-FFF2-40B4-BE49-F238E27FC236}">
                <a16:creationId xmlns:a16="http://schemas.microsoft.com/office/drawing/2014/main" id="{A0CD1CA7-43B4-D06B-7631-982B0794B7E9}"/>
              </a:ext>
            </a:extLst>
          </p:cNvPr>
          <p:cNvSpPr txBox="1"/>
          <p:nvPr/>
        </p:nvSpPr>
        <p:spPr>
          <a:xfrm>
            <a:off x="14672931" y="4611392"/>
            <a:ext cx="1731583" cy="5110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PND365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CC6A85D-3A12-27FB-09DA-25E83B0AC2C6}"/>
              </a:ext>
            </a:extLst>
          </p:cNvPr>
          <p:cNvSpPr txBox="1"/>
          <p:nvPr/>
        </p:nvSpPr>
        <p:spPr>
          <a:xfrm>
            <a:off x="16404514" y="7196866"/>
            <a:ext cx="1731583" cy="5110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PND365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46">
            <a:extLst>
              <a:ext uri="{FF2B5EF4-FFF2-40B4-BE49-F238E27FC236}">
                <a16:creationId xmlns:a16="http://schemas.microsoft.com/office/drawing/2014/main" id="{608BD137-2F53-EB22-62A2-B0CF44CEA9C0}"/>
              </a:ext>
            </a:extLst>
          </p:cNvPr>
          <p:cNvSpPr txBox="1"/>
          <p:nvPr/>
        </p:nvSpPr>
        <p:spPr>
          <a:xfrm>
            <a:off x="255765" y="2767441"/>
            <a:ext cx="8354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F0</a:t>
            </a:r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C7326099-638D-B748-99E1-A930E592B52F}"/>
              </a:ext>
            </a:extLst>
          </p:cNvPr>
          <p:cNvSpPr/>
          <p:nvPr/>
        </p:nvSpPr>
        <p:spPr>
          <a:xfrm>
            <a:off x="3712313" y="2958331"/>
            <a:ext cx="4302249" cy="38766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855DBA8C-9710-BD16-2173-9B3240214436}"/>
              </a:ext>
            </a:extLst>
          </p:cNvPr>
          <p:cNvSpPr/>
          <p:nvPr/>
        </p:nvSpPr>
        <p:spPr>
          <a:xfrm>
            <a:off x="1097187" y="2983827"/>
            <a:ext cx="2636477" cy="33666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Conector de seta reta 13">
            <a:extLst>
              <a:ext uri="{FF2B5EF4-FFF2-40B4-BE49-F238E27FC236}">
                <a16:creationId xmlns:a16="http://schemas.microsoft.com/office/drawing/2014/main" id="{62B6AC6E-FABC-49C6-DC09-9C74CED40301}"/>
              </a:ext>
            </a:extLst>
          </p:cNvPr>
          <p:cNvCxnSpPr>
            <a:cxnSpLocks/>
          </p:cNvCxnSpPr>
          <p:nvPr/>
        </p:nvCxnSpPr>
        <p:spPr>
          <a:xfrm flipH="1" flipV="1">
            <a:off x="3707610" y="2446573"/>
            <a:ext cx="4857" cy="896932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2ECE0BC7-0BFD-287D-2D6A-4E4E008238A1}"/>
              </a:ext>
            </a:extLst>
          </p:cNvPr>
          <p:cNvSpPr txBox="1"/>
          <p:nvPr/>
        </p:nvSpPr>
        <p:spPr>
          <a:xfrm>
            <a:off x="3105391" y="1934299"/>
            <a:ext cx="1387998" cy="5110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PND90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AF6B7D0C-B479-F256-5D1B-3C600C3F2E87}"/>
              </a:ext>
            </a:extLst>
          </p:cNvPr>
          <p:cNvSpPr txBox="1"/>
          <p:nvPr/>
        </p:nvSpPr>
        <p:spPr>
          <a:xfrm>
            <a:off x="7281855" y="1937296"/>
            <a:ext cx="1731583" cy="5110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PND132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A86BE691-EAFF-291E-419B-17F6FBAD496B}"/>
              </a:ext>
            </a:extLst>
          </p:cNvPr>
          <p:cNvSpPr txBox="1"/>
          <p:nvPr/>
        </p:nvSpPr>
        <p:spPr>
          <a:xfrm>
            <a:off x="3733665" y="2960902"/>
            <a:ext cx="4280897" cy="382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Exposure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gestation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pt-BR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lactation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6" name="Imagem 35">
            <a:extLst>
              <a:ext uri="{FF2B5EF4-FFF2-40B4-BE49-F238E27FC236}">
                <a16:creationId xmlns:a16="http://schemas.microsoft.com/office/drawing/2014/main" id="{94DB2D9D-1A34-3E38-84A6-CC5B42BFD31D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" r="40861" b="38309"/>
          <a:stretch/>
        </p:blipFill>
        <p:spPr>
          <a:xfrm>
            <a:off x="3707257" y="3441009"/>
            <a:ext cx="786132" cy="1098940"/>
          </a:xfrm>
          <a:prstGeom prst="rect">
            <a:avLst/>
          </a:prstGeom>
        </p:spPr>
      </p:pic>
      <p:sp>
        <p:nvSpPr>
          <p:cNvPr id="37" name="CaixaDeTexto 36">
            <a:extLst>
              <a:ext uri="{FF2B5EF4-FFF2-40B4-BE49-F238E27FC236}">
                <a16:creationId xmlns:a16="http://schemas.microsoft.com/office/drawing/2014/main" id="{59744BAF-E924-9873-BDBA-AB0075AC7A23}"/>
              </a:ext>
            </a:extLst>
          </p:cNvPr>
          <p:cNvSpPr txBox="1"/>
          <p:nvPr/>
        </p:nvSpPr>
        <p:spPr>
          <a:xfrm>
            <a:off x="4576217" y="3422293"/>
            <a:ext cx="35714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                   Mineral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Oil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VitA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7500 RAE/kg/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day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MeHg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0.5mg/kg/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day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VitA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MeHg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Both</a:t>
            </a:r>
          </a:p>
        </p:txBody>
      </p:sp>
      <p:cxnSp>
        <p:nvCxnSpPr>
          <p:cNvPr id="38" name="Conector de seta reta 13">
            <a:extLst>
              <a:ext uri="{FF2B5EF4-FFF2-40B4-BE49-F238E27FC236}">
                <a16:creationId xmlns:a16="http://schemas.microsoft.com/office/drawing/2014/main" id="{322A4079-7882-8F3A-3433-75DD3AD21371}"/>
              </a:ext>
            </a:extLst>
          </p:cNvPr>
          <p:cNvCxnSpPr>
            <a:cxnSpLocks/>
          </p:cNvCxnSpPr>
          <p:nvPr/>
        </p:nvCxnSpPr>
        <p:spPr>
          <a:xfrm flipV="1">
            <a:off x="8003629" y="2448333"/>
            <a:ext cx="1" cy="89517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Elipse 39">
            <a:extLst>
              <a:ext uri="{FF2B5EF4-FFF2-40B4-BE49-F238E27FC236}">
                <a16:creationId xmlns:a16="http://schemas.microsoft.com/office/drawing/2014/main" id="{0446FDC7-5A2D-863D-5BB0-DA3C9F5683F3}"/>
              </a:ext>
            </a:extLst>
          </p:cNvPr>
          <p:cNvSpPr/>
          <p:nvPr/>
        </p:nvSpPr>
        <p:spPr>
          <a:xfrm>
            <a:off x="273627" y="2767447"/>
            <a:ext cx="799715" cy="76942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190D73D0-5CDD-3D6E-162E-A6B8026F69B9}"/>
              </a:ext>
            </a:extLst>
          </p:cNvPr>
          <p:cNvSpPr txBox="1"/>
          <p:nvPr/>
        </p:nvSpPr>
        <p:spPr>
          <a:xfrm>
            <a:off x="-20515" y="3676045"/>
            <a:ext cx="1387998" cy="5110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Dams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3" name="Picture 6" descr="G:\a.UFRGS\LABs\bioquimica\Seminario-ICs-05.06.2020\4-norway-rats-p.png">
            <a:extLst>
              <a:ext uri="{FF2B5EF4-FFF2-40B4-BE49-F238E27FC236}">
                <a16:creationId xmlns:a16="http://schemas.microsoft.com/office/drawing/2014/main" id="{A38D5D51-F533-24F4-FEB0-207F0677A8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2179" y="1402094"/>
            <a:ext cx="666783" cy="52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CaixaDeTexto 43">
            <a:extLst>
              <a:ext uri="{FF2B5EF4-FFF2-40B4-BE49-F238E27FC236}">
                <a16:creationId xmlns:a16="http://schemas.microsoft.com/office/drawing/2014/main" id="{FCEE3649-7F38-C7F5-D520-F3A16E6F894A}"/>
              </a:ext>
            </a:extLst>
          </p:cNvPr>
          <p:cNvSpPr txBox="1"/>
          <p:nvPr/>
        </p:nvSpPr>
        <p:spPr>
          <a:xfrm>
            <a:off x="6928886" y="6438039"/>
            <a:ext cx="1030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Colon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D6D49744-F35B-08C0-A94D-498CE5FE2FE7}"/>
              </a:ext>
            </a:extLst>
          </p:cNvPr>
          <p:cNvSpPr txBox="1"/>
          <p:nvPr/>
        </p:nvSpPr>
        <p:spPr>
          <a:xfrm>
            <a:off x="6552059" y="7063920"/>
            <a:ext cx="1407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800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Microbiome</a:t>
            </a:r>
            <a:endParaRPr lang="pt-BR" sz="1800" b="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6" name="Picture 6" descr="Intestines - Free medical icons">
            <a:extLst>
              <a:ext uri="{FF2B5EF4-FFF2-40B4-BE49-F238E27FC236}">
                <a16:creationId xmlns:a16="http://schemas.microsoft.com/office/drawing/2014/main" id="{DBB37165-D7CB-667C-5EBA-7A97FD8BD4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2179" y="676782"/>
            <a:ext cx="666782" cy="6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7" name="Picture 6" descr="G:\a.UFRGS\LABs\bioquimica\Seminario-ICs-05.06.2020\4-norway-rats-p.png">
            <a:extLst>
              <a:ext uri="{FF2B5EF4-FFF2-40B4-BE49-F238E27FC236}">
                <a16:creationId xmlns:a16="http://schemas.microsoft.com/office/drawing/2014/main" id="{4ECBDFAF-88C4-376A-CC51-D13CD2303D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0203" y="7024867"/>
            <a:ext cx="666783" cy="52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" name="Picture 6" descr="Intestines - Free medical icons">
            <a:extLst>
              <a:ext uri="{FF2B5EF4-FFF2-40B4-BE49-F238E27FC236}">
                <a16:creationId xmlns:a16="http://schemas.microsoft.com/office/drawing/2014/main" id="{28008616-0990-D7C4-9EE1-8BAD8112A4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0203" y="6303455"/>
            <a:ext cx="666782" cy="6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6" descr="G:\a.UFRGS\LABs\bioquimica\Seminario-ICs-05.06.2020\4-norway-rats-p.png">
            <a:extLst>
              <a:ext uri="{FF2B5EF4-FFF2-40B4-BE49-F238E27FC236}">
                <a16:creationId xmlns:a16="http://schemas.microsoft.com/office/drawing/2014/main" id="{749A4105-037F-3D0B-ABFD-3C51E7F8EB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05330" y="6203140"/>
            <a:ext cx="666783" cy="52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6" descr="G:\a.UFRGS\LABs\bioquimica\Seminario-ICs-05.06.2020\4-norway-rats-p.png">
            <a:extLst>
              <a:ext uri="{FF2B5EF4-FFF2-40B4-BE49-F238E27FC236}">
                <a16:creationId xmlns:a16="http://schemas.microsoft.com/office/drawing/2014/main" id="{7843032F-2379-A56A-2528-6DB9AD7418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76383" y="8697383"/>
            <a:ext cx="666783" cy="52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Blood sample - Free education icons">
            <a:extLst>
              <a:ext uri="{FF2B5EF4-FFF2-40B4-BE49-F238E27FC236}">
                <a16:creationId xmlns:a16="http://schemas.microsoft.com/office/drawing/2014/main" id="{B9658209-B124-40E7-7E1F-E7246E517C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4594" y="7658210"/>
            <a:ext cx="478000" cy="47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CaixaDeTexto 52">
            <a:extLst>
              <a:ext uri="{FF2B5EF4-FFF2-40B4-BE49-F238E27FC236}">
                <a16:creationId xmlns:a16="http://schemas.microsoft.com/office/drawing/2014/main" id="{188F4723-9529-B823-A743-85275DCDC38D}"/>
              </a:ext>
            </a:extLst>
          </p:cNvPr>
          <p:cNvSpPr txBox="1"/>
          <p:nvPr/>
        </p:nvSpPr>
        <p:spPr>
          <a:xfrm>
            <a:off x="6552059" y="7712544"/>
            <a:ext cx="1407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800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Serum</a:t>
            </a:r>
            <a:endParaRPr lang="pt-BR" sz="1800" b="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Chave Esquerda 53">
            <a:extLst>
              <a:ext uri="{FF2B5EF4-FFF2-40B4-BE49-F238E27FC236}">
                <a16:creationId xmlns:a16="http://schemas.microsoft.com/office/drawing/2014/main" id="{EEF17A57-E056-9337-7646-5921F72DB6A9}"/>
              </a:ext>
            </a:extLst>
          </p:cNvPr>
          <p:cNvSpPr/>
          <p:nvPr/>
        </p:nvSpPr>
        <p:spPr>
          <a:xfrm rot="5400000">
            <a:off x="7820235" y="5384089"/>
            <a:ext cx="257490" cy="1670654"/>
          </a:xfrm>
          <a:prstGeom prst="lef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73E0B30-D1C1-DD40-B7E3-51A22C7F5EAE}"/>
              </a:ext>
            </a:extLst>
          </p:cNvPr>
          <p:cNvPicPr>
            <a:picLocks noChangeAspect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235" b="60085"/>
          <a:stretch/>
        </p:blipFill>
        <p:spPr>
          <a:xfrm>
            <a:off x="8140025" y="8275954"/>
            <a:ext cx="647138" cy="60977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90DB2B54-3207-36A2-C202-A19A510A6853}"/>
              </a:ext>
            </a:extLst>
          </p:cNvPr>
          <p:cNvPicPr>
            <a:picLocks noChangeAspect="1"/>
          </p:cNvPicPr>
          <p:nvPr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283" r="42235" b="21966"/>
          <a:stretch/>
        </p:blipFill>
        <p:spPr>
          <a:xfrm>
            <a:off x="8070874" y="8929895"/>
            <a:ext cx="785441" cy="718483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09952234-1D2D-9BA1-574F-AEAB6BDBBFD1}"/>
              </a:ext>
            </a:extLst>
          </p:cNvPr>
          <p:cNvSpPr txBox="1"/>
          <p:nvPr/>
        </p:nvSpPr>
        <p:spPr>
          <a:xfrm>
            <a:off x="6552059" y="8396176"/>
            <a:ext cx="1407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Open Field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1181138-E3F5-68BF-6AC9-361C714916E4}"/>
              </a:ext>
            </a:extLst>
          </p:cNvPr>
          <p:cNvSpPr txBox="1"/>
          <p:nvPr/>
        </p:nvSpPr>
        <p:spPr>
          <a:xfrm>
            <a:off x="6552059" y="9104470"/>
            <a:ext cx="1407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Plus Maze</a:t>
            </a:r>
          </a:p>
        </p:txBody>
      </p: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F289A605-2522-5207-F366-01AFA63776BF}"/>
              </a:ext>
            </a:extLst>
          </p:cNvPr>
          <p:cNvGrpSpPr/>
          <p:nvPr/>
        </p:nvGrpSpPr>
        <p:grpSpPr>
          <a:xfrm>
            <a:off x="14926977" y="8574829"/>
            <a:ext cx="1347938" cy="709151"/>
            <a:chOff x="11159246" y="9537088"/>
            <a:chExt cx="1571993" cy="827027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D5F61A78-9EEC-A316-5008-5A12C2B5C1D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2235" b="60085"/>
            <a:stretch/>
          </p:blipFill>
          <p:spPr>
            <a:xfrm>
              <a:off x="11159246" y="9599654"/>
              <a:ext cx="744903" cy="701897"/>
            </a:xfrm>
            <a:prstGeom prst="rect">
              <a:avLst/>
            </a:prstGeom>
          </p:spPr>
        </p:pic>
        <p:pic>
          <p:nvPicPr>
            <p:cNvPr id="14" name="Imagem 13">
              <a:extLst>
                <a:ext uri="{FF2B5EF4-FFF2-40B4-BE49-F238E27FC236}">
                  <a16:creationId xmlns:a16="http://schemas.microsoft.com/office/drawing/2014/main" id="{5A0FD7ED-26BC-6E19-A8D8-99BFED78AB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9283" r="42235" b="21966"/>
            <a:stretch/>
          </p:blipFill>
          <p:spPr>
            <a:xfrm>
              <a:off x="11827139" y="9537088"/>
              <a:ext cx="904100" cy="827027"/>
            </a:xfrm>
            <a:prstGeom prst="rect">
              <a:avLst/>
            </a:prstGeom>
          </p:spPr>
        </p:pic>
      </p:grpSp>
      <p:grpSp>
        <p:nvGrpSpPr>
          <p:cNvPr id="16" name="Agrupar 15">
            <a:extLst>
              <a:ext uri="{FF2B5EF4-FFF2-40B4-BE49-F238E27FC236}">
                <a16:creationId xmlns:a16="http://schemas.microsoft.com/office/drawing/2014/main" id="{D7C492CA-247F-55CB-098D-B2C2B5FE8589}"/>
              </a:ext>
            </a:extLst>
          </p:cNvPr>
          <p:cNvGrpSpPr/>
          <p:nvPr/>
        </p:nvGrpSpPr>
        <p:grpSpPr>
          <a:xfrm>
            <a:off x="12329401" y="4877814"/>
            <a:ext cx="1347938" cy="709151"/>
            <a:chOff x="11159246" y="9537088"/>
            <a:chExt cx="1571993" cy="827027"/>
          </a:xfrm>
        </p:grpSpPr>
        <p:pic>
          <p:nvPicPr>
            <p:cNvPr id="17" name="Imagem 16">
              <a:extLst>
                <a:ext uri="{FF2B5EF4-FFF2-40B4-BE49-F238E27FC236}">
                  <a16:creationId xmlns:a16="http://schemas.microsoft.com/office/drawing/2014/main" id="{5B14203B-BB83-D8E5-7F70-392180218BE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2235" b="60085"/>
            <a:stretch/>
          </p:blipFill>
          <p:spPr>
            <a:xfrm>
              <a:off x="11159246" y="9599654"/>
              <a:ext cx="744903" cy="701897"/>
            </a:xfrm>
            <a:prstGeom prst="rect">
              <a:avLst/>
            </a:prstGeom>
          </p:spPr>
        </p:pic>
        <p:pic>
          <p:nvPicPr>
            <p:cNvPr id="18" name="Imagem 17">
              <a:extLst>
                <a:ext uri="{FF2B5EF4-FFF2-40B4-BE49-F238E27FC236}">
                  <a16:creationId xmlns:a16="http://schemas.microsoft.com/office/drawing/2014/main" id="{1AEAB33E-BA9E-0748-521F-0DCF2487ED3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9283" r="42235" b="21966"/>
            <a:stretch/>
          </p:blipFill>
          <p:spPr>
            <a:xfrm>
              <a:off x="11827139" y="9537088"/>
              <a:ext cx="904100" cy="827027"/>
            </a:xfrm>
            <a:prstGeom prst="rect">
              <a:avLst/>
            </a:prstGeom>
          </p:spPr>
        </p:pic>
      </p:grpSp>
      <p:pic>
        <p:nvPicPr>
          <p:cNvPr id="19" name="Imagem 18">
            <a:extLst>
              <a:ext uri="{FF2B5EF4-FFF2-40B4-BE49-F238E27FC236}">
                <a16:creationId xmlns:a16="http://schemas.microsoft.com/office/drawing/2014/main" id="{B890C246-9F02-FC3D-FA31-CAC7CA0DEEC5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33325">
            <a:off x="17042755" y="9370010"/>
            <a:ext cx="569938" cy="570890"/>
          </a:xfrm>
          <a:prstGeom prst="rect">
            <a:avLst/>
          </a:prstGeom>
        </p:spPr>
      </p:pic>
      <p:sp>
        <p:nvSpPr>
          <p:cNvPr id="20" name="CaixaDeTexto 19">
            <a:extLst>
              <a:ext uri="{FF2B5EF4-FFF2-40B4-BE49-F238E27FC236}">
                <a16:creationId xmlns:a16="http://schemas.microsoft.com/office/drawing/2014/main" id="{0636EBE4-3AEB-55C3-7FEA-6127B1DE2A0E}"/>
              </a:ext>
            </a:extLst>
          </p:cNvPr>
          <p:cNvSpPr txBox="1"/>
          <p:nvPr/>
        </p:nvSpPr>
        <p:spPr>
          <a:xfrm>
            <a:off x="15872113" y="9463712"/>
            <a:ext cx="1030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800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Liver</a:t>
            </a:r>
            <a:endParaRPr lang="pt-BR" sz="1800" b="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8" name="Imagem 27">
            <a:extLst>
              <a:ext uri="{FF2B5EF4-FFF2-40B4-BE49-F238E27FC236}">
                <a16:creationId xmlns:a16="http://schemas.microsoft.com/office/drawing/2014/main" id="{466F1590-04F7-D3EF-7102-CD1E44B80356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33325">
            <a:off x="15253849" y="6762989"/>
            <a:ext cx="569938" cy="57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181690"/>
      </p:ext>
    </p:extLst>
  </p:cSld>
  <p:clrMapOvr>
    <a:masterClrMapping/>
  </p:clrMapOvr>
</p:sld>
</file>

<file path=ppt/theme/theme1.xml><?xml version="1.0" encoding="utf-8"?>
<a:theme xmlns:a="http://schemas.openxmlformats.org/drawingml/2006/main" name="aula curso bioinfo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aula curso bioinfo</Template>
  <TotalTime>1870</TotalTime>
  <Words>58</Words>
  <Application>Microsoft Office PowerPoint</Application>
  <PresentationFormat>Personalizar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Times New Roman</vt:lpstr>
      <vt:lpstr>aula curso bioinfo</vt:lpstr>
      <vt:lpstr>Apresentação do PowerPoint</vt:lpstr>
    </vt:vector>
  </TitlesOfParts>
  <Company>Hewlett-Packard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Pipeline – Metataxonômica (16S)</dc:title>
  <dc:creator>Laboratorio 32</dc:creator>
  <cp:lastModifiedBy>Flávio Kessler</cp:lastModifiedBy>
  <cp:revision>98</cp:revision>
  <dcterms:created xsi:type="dcterms:W3CDTF">2019-10-15T11:12:21Z</dcterms:created>
  <dcterms:modified xsi:type="dcterms:W3CDTF">2026-08-07T00:13:19Z</dcterms:modified>
</cp:coreProperties>
</file>