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dc32ccc0546e7" /><Relationship Type="http://schemas.openxmlformats.org/officeDocument/2006/relationships/extended-properties" Target="/docProps/app.xml" Id="R19b7558b504e407b" /><Relationship Type="http://schemas.openxmlformats.org/officeDocument/2006/relationships/officeDocument" Target="/ppt/presentation.xml" Id="R97659a07278a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0fe690b6214b2e"/>
  </p:sldMasterIdLst>
  <p:notesMasterIdLst>
    <p:notesMasterId xmlns:r="http://schemas.openxmlformats.org/officeDocument/2006/relationships" r:id="R1a99288f90e147a2"/>
  </p:notesMasterIdLst>
  <p:sldIdLst>
    <p:sldId xmlns:r="http://schemas.openxmlformats.org/officeDocument/2006/relationships" id="256" r:id="Reb40c632eb9d4b90"/>
  </p:sldIdLst>
  <p:sldSz cx="18000663" cy="144002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c8782c9b474b1c" /><Relationship Type="http://schemas.openxmlformats.org/officeDocument/2006/relationships/slideMaster" Target="/ppt/slideMasters/slideMaster1.xml" Id="R1b0fe690b6214b2e" /><Relationship Type="http://schemas.openxmlformats.org/officeDocument/2006/relationships/notesMaster" Target="/ppt/notesMasters/notesMaster1.xml" Id="R1a99288f90e147a2" /><Relationship Type="http://schemas.openxmlformats.org/officeDocument/2006/relationships/presProps" Target="/ppt/presProps.xml" Id="R33da70c305be41f5" /><Relationship Type="http://schemas.openxmlformats.org/officeDocument/2006/relationships/viewProps" Target="/ppt/viewProps.xml" Id="R2554ca977ff647bf" /><Relationship Type="http://schemas.openxmlformats.org/officeDocument/2006/relationships/tableStyles" Target="/ppt/tableStyles.xml" Id="Re1ac0e17805343af" /><Relationship Type="http://schemas.openxmlformats.org/officeDocument/2006/relationships/slide" Target="/ppt/slides/slide1.xml" Id="Reb40c632eb9d4b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613b42c62f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esentation Them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2ed30effa4dfc" /><Relationship Type="http://schemas.openxmlformats.org/officeDocument/2006/relationships/notesMaster" Target="/ppt/notesMasters/notesMaster1.xml" Id="Rc708a1373811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d7c0b4bd648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c62901ccb4f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d0b30a22c41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6410c211e44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f429e9f1d4a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e6cb55acb4a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8027dc80b45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42e86602b46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d0a7481d248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8b1dbb02845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0b52fd093451a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4204B63A-3E9B-43C1-9EEC-D3457BF991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50052" y="4473405"/>
            <a:ext cx="15300563" cy="30867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DD047A4E-22B2-496A-813A-BC5FF4D277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00101" y="8160121"/>
            <a:ext cx="12600464" cy="3680054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73DDD368-7C21-4F5A-8A52-B4C15BDF9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C021E4F3-C6AF-407C-83DC-59C611EC00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6E13E04-3A7B-4FCF-ACE3-8C56DC5696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C0229AA6-AA10-4A39-8D48-20F5C4DA3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FD7747E2-ECE7-4662-A338-F97CEEAA06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2669F66E-E3D8-45DB-9449-EF326D8461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5F18266C-9A62-4D79-85AE-A7D342D58E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30FD0FD-395F-496B-A412-A6A5C343E1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41E0D34-CC19-4E15-B701-65BF97A57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1930" y="9253476"/>
            <a:ext cx="15300563" cy="2860042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71E870E4-151F-4CBD-9E6C-A0A70F3537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21930" y="6103425"/>
            <a:ext cx="15300563" cy="3150046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100C5081-3115-4346-9361-3C003D77BA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CFF98E6E-3099-4CCF-B3FF-ACCEB38C9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B6C89479-CCD1-417A-B1F8-B3282DE90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0E3EBAB-F570-424F-8D5F-137ACF160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99B82777-9BF5-470F-91AF-1E0F2CC0E2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00034" y="3360056"/>
            <a:ext cx="7950291" cy="95034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41A85A11-CB52-41EE-BFDA-12C0C69DFA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150340" y="3360056"/>
            <a:ext cx="7950291" cy="95034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1361D716-EB0C-4D77-B659-13F5FDACFA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4CF5649B-969D-479F-B1FE-A22ABBCF9E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574CB0AC-CD7D-4FED-8B2E-82E238AD48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AA7B75-1D3B-4A60-BF09-F078233DD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C7265560-C077-44F0-8B8C-D83B93604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035" y="3223382"/>
            <a:ext cx="7953419" cy="134335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0" b="1"/>
            </a:lvl3pPr>
            <a:lvl4pPr marL="1371599" indent="0">
              <a:buNone/>
              <a:defRPr sz="1600" b="1"/>
            </a:lvl4pPr>
            <a:lvl5pPr marL="1828798" indent="0">
              <a:buNone/>
              <a:defRPr sz="1600" b="1"/>
            </a:lvl5pPr>
            <a:lvl6pPr marL="2285998" indent="0">
              <a:buNone/>
              <a:defRPr sz="1600" b="1"/>
            </a:lvl6pPr>
            <a:lvl7pPr marL="2743197" indent="0">
              <a:buNone/>
              <a:defRPr sz="1600" b="1"/>
            </a:lvl7pPr>
            <a:lvl8pPr marL="3200397" indent="0">
              <a:buNone/>
              <a:defRPr sz="1600" b="1"/>
            </a:lvl8pPr>
            <a:lvl9pPr marL="3657597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7443C18E-D411-4BC2-8A09-DB8F38D6F4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00035" y="4566734"/>
            <a:ext cx="7953419" cy="829679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6C7EAEF9-D751-4868-BF88-95367F1019F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44090" y="3223382"/>
            <a:ext cx="7956543" cy="134335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0" b="1"/>
            </a:lvl3pPr>
            <a:lvl4pPr marL="1371599" indent="0">
              <a:buNone/>
              <a:defRPr sz="1600" b="1"/>
            </a:lvl4pPr>
            <a:lvl5pPr marL="1828798" indent="0">
              <a:buNone/>
              <a:defRPr sz="1600" b="1"/>
            </a:lvl5pPr>
            <a:lvl6pPr marL="2285998" indent="0">
              <a:buNone/>
              <a:defRPr sz="1600" b="1"/>
            </a:lvl6pPr>
            <a:lvl7pPr marL="2743197" indent="0">
              <a:buNone/>
              <a:defRPr sz="1600" b="1"/>
            </a:lvl7pPr>
            <a:lvl8pPr marL="3200397" indent="0">
              <a:buNone/>
              <a:defRPr sz="1600" b="1"/>
            </a:lvl8pPr>
            <a:lvl9pPr marL="3657597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F3D54957-424A-4646-890B-9212C3E3DE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9144090" y="4566734"/>
            <a:ext cx="7956543" cy="829679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1A09BAF2-8304-4423-9B6F-E1AC3CECA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45FFDEF9-D7BB-4C4A-88AB-501DB7E543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E9151055-6D0B-46DC-BE1F-412324A13E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9CA9F3D-D593-4245-A265-6B4373343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B7C346BD-D1C9-416C-9019-EA69595B8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0C3DA776-1992-4E97-AA19-BF6D5AAB9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78153994-370C-48AE-8477-28936D5795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BD69601C-01D0-4C7F-9D7D-596782459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C021C0C2-0573-4C50-875A-74D126C5E7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E5975DB3-5412-4D6A-9246-27C5069063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DA3EFAE-D55E-4E86-A781-ACC6A9D28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036" y="573342"/>
            <a:ext cx="5922094" cy="2440036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9074966B-18C5-467F-8AEC-5ABE0B4F58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7761" y="573346"/>
            <a:ext cx="10062871" cy="1229018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3C3D29CB-FC13-4B00-9A05-C0401F0B84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00036" y="3013384"/>
            <a:ext cx="5922094" cy="98501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399" indent="0">
              <a:buNone/>
              <a:defRPr sz="1000"/>
            </a:lvl3pPr>
            <a:lvl4pPr marL="1371599" indent="0">
              <a:buNone/>
              <a:defRPr sz="900"/>
            </a:lvl4pPr>
            <a:lvl5pPr marL="1828798" indent="0">
              <a:buNone/>
              <a:defRPr sz="900"/>
            </a:lvl5pPr>
            <a:lvl6pPr marL="2285998" indent="0">
              <a:buNone/>
              <a:defRPr sz="900"/>
            </a:lvl6pPr>
            <a:lvl7pPr marL="2743197" indent="0">
              <a:buNone/>
              <a:defRPr sz="900"/>
            </a:lvl7pPr>
            <a:lvl8pPr marL="3200397" indent="0">
              <a:buNone/>
              <a:defRPr sz="900"/>
            </a:lvl8pPr>
            <a:lvl9pPr marL="3657597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8A75FED2-3A29-41E4-BC3B-060938DCCE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854F89DF-A9C5-4ABB-8240-4748FC6CD6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83A9398D-2301-4323-B5F0-988A250271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F0E083B-425E-42E4-A642-9BD30E4C2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8255" y="10080150"/>
            <a:ext cx="10800398" cy="1190019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399E6A12-E2A6-4EE6-85D5-609769B5785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528255" y="1286686"/>
            <a:ext cx="10800398" cy="86401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399" indent="0">
              <a:buNone/>
              <a:defRPr sz="2400"/>
            </a:lvl3pPr>
            <a:lvl4pPr marL="1371599" indent="0">
              <a:buNone/>
              <a:defRPr sz="2000"/>
            </a:lvl4pPr>
            <a:lvl5pPr marL="1828798" indent="0">
              <a:buNone/>
              <a:defRPr sz="2000"/>
            </a:lvl5pPr>
            <a:lvl6pPr marL="2285998" indent="0">
              <a:buNone/>
              <a:defRPr sz="2000"/>
            </a:lvl6pPr>
            <a:lvl7pPr marL="2743197" indent="0">
              <a:buNone/>
              <a:defRPr sz="2000"/>
            </a:lvl7pPr>
            <a:lvl8pPr marL="3200397" indent="0">
              <a:buNone/>
              <a:defRPr sz="2000"/>
            </a:lvl8pPr>
            <a:lvl9pPr marL="3657597" indent="0">
              <a:buNone/>
              <a:defRPr sz="2000"/>
            </a:lvl9pPr>
          </a:lstStyle>
          <a:p xmlns:a="http://schemas.openxmlformats.org/drawingml/2006/main">
            <a:r>
              <a:t>Clique no ícone para adicionar uma imagem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799593CE-EA89-4A3B-81D4-B610481167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28255" y="11270168"/>
            <a:ext cx="10800398" cy="169002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399" indent="0">
              <a:buNone/>
              <a:defRPr sz="1000"/>
            </a:lvl3pPr>
            <a:lvl4pPr marL="1371599" indent="0">
              <a:buNone/>
              <a:defRPr sz="900"/>
            </a:lvl4pPr>
            <a:lvl5pPr marL="1828798" indent="0">
              <a:buNone/>
              <a:defRPr sz="900"/>
            </a:lvl5pPr>
            <a:lvl6pPr marL="2285998" indent="0">
              <a:buNone/>
              <a:defRPr sz="900"/>
            </a:lvl6pPr>
            <a:lvl7pPr marL="2743197" indent="0">
              <a:buNone/>
              <a:defRPr sz="900"/>
            </a:lvl7pPr>
            <a:lvl8pPr marL="3200397" indent="0">
              <a:buNone/>
              <a:defRPr sz="900"/>
            </a:lvl8pPr>
            <a:lvl9pPr marL="3657597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8C93D17B-8E86-4369-8570-130461C0B0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D1573514-C04A-4ACF-B28F-34B4124F30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4B048DE2-04F7-4D99-8E90-2307A9CBE3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A8EE303-4E4A-4F2E-ADE6-E9273A784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81591A24-C837-4CD9-85BD-D9C08A8FD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16104AF-2EAB-4193-A579-C705E9205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EFED2104-4012-47A0-9849-7115A59024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81E071EE-5AEC-4C04-B77B-BA608B044D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D5F4DAB9-F667-45AF-9336-6250CFDF0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50480" y="576682"/>
            <a:ext cx="4050149" cy="1228684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54536B1A-718C-4913-AABD-C61D6C489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034" y="576682"/>
            <a:ext cx="11850436" cy="1228684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58C7EB1-B158-4AA7-BA39-A2539895A5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FFFB1D5-2949-43B4-8D0C-A3134D9407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023DA3F8-5333-4DCC-AA91-7232B0812D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27b6e1e9d4764" /><Relationship Type="http://schemas.openxmlformats.org/officeDocument/2006/relationships/slideLayout" Target="/ppt/slideLayouts/slideLayout1.xml" Id="Re03323e8df714392" /><Relationship Type="http://schemas.openxmlformats.org/officeDocument/2006/relationships/slideLayout" Target="/ppt/slideLayouts/slideLayout2.xml" Id="Raada0e1db0b34947" /><Relationship Type="http://schemas.openxmlformats.org/officeDocument/2006/relationships/slideLayout" Target="/ppt/slideLayouts/slideLayout3.xml" Id="R38489fea35344fff" /><Relationship Type="http://schemas.openxmlformats.org/officeDocument/2006/relationships/slideLayout" Target="/ppt/slideLayouts/slideLayout4.xml" Id="R31651475c66d4235" /><Relationship Type="http://schemas.openxmlformats.org/officeDocument/2006/relationships/slideLayout" Target="/ppt/slideLayouts/slideLayout5.xml" Id="R37dc71a8f8a04b00" /><Relationship Type="http://schemas.openxmlformats.org/officeDocument/2006/relationships/slideLayout" Target="/ppt/slideLayouts/slideLayout6.xml" Id="Ra6b2fddd6db14ed5" /><Relationship Type="http://schemas.openxmlformats.org/officeDocument/2006/relationships/slideLayout" Target="/ppt/slideLayouts/slideLayout7.xml" Id="Rc6ceef10b39249ba" /><Relationship Type="http://schemas.openxmlformats.org/officeDocument/2006/relationships/slideLayout" Target="/ppt/slideLayouts/slideLayout8.xml" Id="R80ad0a0953a146db" /><Relationship Type="http://schemas.openxmlformats.org/officeDocument/2006/relationships/slideLayout" Target="/ppt/slideLayouts/slideLayout9.xml" Id="Rdf5d1e74a0dc486f" /><Relationship Type="http://schemas.openxmlformats.org/officeDocument/2006/relationships/slideLayout" Target="/ppt/slideLayouts/slideLayout10.xml" Id="R84f327eae2b64249" /><Relationship Type="http://schemas.openxmlformats.org/officeDocument/2006/relationships/slideLayout" Target="/ppt/slideLayouts/slideLayout11.xml" Id="R64e1c44b18be45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84CC04A5-44B6-4FB3-9778-45F1B5A4D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035" y="576676"/>
            <a:ext cx="16200597" cy="2400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estilo do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55497359-928A-4232-856B-2B3FCD429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035" y="3360056"/>
            <a:ext cx="16200597" cy="9503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do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51C5499-EA89-4584-B130-154130E3900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900034" y="13346869"/>
            <a:ext cx="4200155" cy="766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E2AEABF-B485-494A-A083-A416C0D56E7F}" type="datetimeFigureOut">
              <a:t>06/08/2026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1F65D9D9-9C0F-4E74-A10F-E8F10739F6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0229" y="13346869"/>
            <a:ext cx="5700209" cy="766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31457AC6-DE57-4F3A-B90E-941C58BB4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900476" y="13346869"/>
            <a:ext cx="4200155" cy="766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014B304-A24F-4A8D-B90B-206682FCC7CC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323e8df714392"/>
    <p:sldLayoutId xmlns:r="http://schemas.openxmlformats.org/officeDocument/2006/relationships" id="2147483650" r:id="Raada0e1db0b34947"/>
    <p:sldLayoutId xmlns:r="http://schemas.openxmlformats.org/officeDocument/2006/relationships" id="2147483651" r:id="R38489fea35344fff"/>
    <p:sldLayoutId xmlns:r="http://schemas.openxmlformats.org/officeDocument/2006/relationships" id="2147483652" r:id="R31651475c66d4235"/>
    <p:sldLayoutId xmlns:r="http://schemas.openxmlformats.org/officeDocument/2006/relationships" id="2147483653" r:id="R37dc71a8f8a04b00"/>
    <p:sldLayoutId xmlns:r="http://schemas.openxmlformats.org/officeDocument/2006/relationships" id="2147483654" r:id="Ra6b2fddd6db14ed5"/>
    <p:sldLayoutId xmlns:r="http://schemas.openxmlformats.org/officeDocument/2006/relationships" id="2147483655" r:id="Rc6ceef10b39249ba"/>
    <p:sldLayoutId xmlns:r="http://schemas.openxmlformats.org/officeDocument/2006/relationships" id="2147483656" r:id="R80ad0a0953a146db"/>
    <p:sldLayoutId xmlns:r="http://schemas.openxmlformats.org/officeDocument/2006/relationships" id="2147483657" r:id="Rdf5d1e74a0dc486f"/>
    <p:sldLayoutId xmlns:r="http://schemas.openxmlformats.org/officeDocument/2006/relationships" id="2147483658" r:id="R84f327eae2b64249"/>
    <p:sldLayoutId xmlns:r="http://schemas.openxmlformats.org/officeDocument/2006/relationships" id="2147483659" r:id="R64e1c44b18be45b4"/>
  </p:sldLayoutIdLst>
  <p:txStyles>
    <p:titleStyle>
      <a:lvl1pPr xmlns:a="http://schemas.openxmlformats.org/drawingml/2006/main" algn="ctr" defTabSz="914399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9" indent="-342899" algn="l" defTabSz="914399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49" indent="-285750" algn="l" defTabSz="914399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99" indent="-228600" algn="l" defTabSz="914399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98" indent="-228600" algn="l" defTabSz="914399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98" indent="-228600" algn="l" defTabSz="914399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98" indent="-228600" algn="l" defTabSz="91439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97" indent="-228600" algn="l" defTabSz="91439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97" indent="-228600" algn="l" defTabSz="91439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97" indent="-228600" algn="l" defTabSz="91439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99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99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98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98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97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97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97" algn="l" defTabSz="91439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resentation Them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0f40804e84adb" /><Relationship Type="http://schemas.openxmlformats.org/officeDocument/2006/relationships/image" Target="/ppt/media/image.png" Id="Ra05e3ae169d74ffb" /><Relationship Type="http://schemas.openxmlformats.org/officeDocument/2006/relationships/image" Target="/ppt/media/image2.png" Id="Rc71db2fec5a74fac" /><Relationship Type="http://schemas.openxmlformats.org/officeDocument/2006/relationships/image" Target="/ppt/media/image3.png" Id="R1c471e8eb147431a" /><Relationship Type="http://schemas.openxmlformats.org/officeDocument/2006/relationships/image" Target="/ppt/media/image4.png" Id="R9c9af6d1fdb14bad" /><Relationship Type="http://schemas.openxmlformats.org/officeDocument/2006/relationships/image" Target="/ppt/media/image5.png" Id="R1490128f246c4c82" /><Relationship Type="http://schemas.openxmlformats.org/officeDocument/2006/relationships/image" Target="/ppt/media/image6.png" Id="R1213ef880edd42f2" /><Relationship Type="http://schemas.openxmlformats.org/officeDocument/2006/relationships/image" Target="/ppt/media/image7.png" Id="Rabd50765e07e4af3" /><Relationship Type="http://schemas.openxmlformats.org/officeDocument/2006/relationships/image" Target="/ppt/media/image8.png" Id="Rb4560a4674ff41bf" /><Relationship Type="http://schemas.openxmlformats.org/officeDocument/2006/relationships/image" Target="/ppt/media/image9.png" Id="Rdcab0df682354f73" /><Relationship Type="http://schemas.openxmlformats.org/officeDocument/2006/relationships/image" Target="/ppt/media/image10.png" Id="Rca5de8f434b14688" /><Relationship Type="http://schemas.openxmlformats.org/officeDocument/2006/relationships/image" Target="/ppt/media/image11.png" Id="R608f318f2fb243bd" /><Relationship Type="http://schemas.openxmlformats.org/officeDocument/2006/relationships/notesSlide" Target="/ppt/notesSlides/notesSlide1.xml" Id="R7bfde6315dad40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tângulo 47">
            <a:extLst xmlns:a="http://schemas.openxmlformats.org/drawingml/2006/main">
              <a:ext uri="{FF2B5EF4-FFF2-40B4-BE49-F238E27FC236}">
                <a16:creationId xmlns:a16="http://schemas.microsoft.com/office/drawing/2014/main" id="{27937785-047E-4F4E-BB13-5A695660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901" y="8120584"/>
            <a:ext cx="6585874" cy="4137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TextBox 46">
            <a:extLst xmlns:a="http://schemas.openxmlformats.org/drawingml/2006/main">
              <a:ext uri="{FF2B5EF4-FFF2-40B4-BE49-F238E27FC236}">
                <a16:creationId xmlns:a16="http://schemas.microsoft.com/office/drawing/2014/main" id="{8461DA57-AA0F-4017-80AA-908E506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24" y="5471914"/>
            <a:ext cx="835439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</p:txBody>
      </p:sp>
      <p:sp>
        <p:nvSpPr>
          <p:cNvPr id="55" name="TextBox 46">
            <a:extLst xmlns:a="http://schemas.openxmlformats.org/drawingml/2006/main">
              <a:ext uri="{FF2B5EF4-FFF2-40B4-BE49-F238E27FC236}">
                <a16:creationId xmlns:a16="http://schemas.microsoft.com/office/drawing/2014/main" id="{81AF5A1C-A746-4620-B37D-A5B0C6C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435" y="7942833"/>
            <a:ext cx="1089434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F2</a:t>
            </a:r>
          </a:p>
        </p:txBody>
      </p:sp>
      <p:sp>
        <p:nvSpPr>
          <p:cNvPr id="57" name="Elipse 56">
            <a:extLst xmlns:a="http://schemas.openxmlformats.org/drawingml/2006/main">
              <a:ext uri="{FF2B5EF4-FFF2-40B4-BE49-F238E27FC236}">
                <a16:creationId xmlns:a16="http://schemas.microsoft.com/office/drawing/2014/main" id="{F066BE32-308D-4A1F-A551-2AF873F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295" y="7942839"/>
            <a:ext cx="799715" cy="7694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Retângulo 58">
            <a:extLst xmlns:a="http://schemas.openxmlformats.org/drawingml/2006/main">
              <a:ext uri="{FF2B5EF4-FFF2-40B4-BE49-F238E27FC236}">
                <a16:creationId xmlns:a16="http://schemas.microsoft.com/office/drawing/2014/main" id="{5782EA2F-879F-4FDA-8166-643A214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219" y="5662804"/>
            <a:ext cx="4302249" cy="38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Retângulo 59">
            <a:extLst xmlns:a="http://schemas.openxmlformats.org/drawingml/2006/main">
              <a:ext uri="{FF2B5EF4-FFF2-40B4-BE49-F238E27FC236}">
                <a16:creationId xmlns:a16="http://schemas.microsoft.com/office/drawing/2014/main" id="{2D07B8AF-AEA2-4A8F-9472-64678442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41" y="5667243"/>
            <a:ext cx="7589602" cy="3832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36" name="Conector de seta reta 13"/>
          <p:cNvCxnSpPr/>
          <p:nvPr/>
        </p:nvCxnSpPr>
        <p:spPr>
          <a:xfrm xmlns:a="http://schemas.openxmlformats.org/drawingml/2006/main" flipH="1" flipV="1">
            <a:off x="3630516" y="5153532"/>
            <a:ext cx="4857" cy="8969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CaixaDeTexto 63">
            <a:extLst xmlns:a="http://schemas.openxmlformats.org/drawingml/2006/main">
              <a:ext uri="{FF2B5EF4-FFF2-40B4-BE49-F238E27FC236}">
                <a16:creationId xmlns:a16="http://schemas.microsoft.com/office/drawing/2014/main" id="{804EC39A-4908-49D9-9BAF-CC0A95E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297" y="4638772"/>
            <a:ext cx="1204437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GD0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CaixaDeTexto 64">
            <a:extLst xmlns:a="http://schemas.openxmlformats.org/drawingml/2006/main">
              <a:ext uri="{FF2B5EF4-FFF2-40B4-BE49-F238E27FC236}">
                <a16:creationId xmlns:a16="http://schemas.microsoft.com/office/drawing/2014/main" id="{0B1557EF-B954-486D-9E0E-6F7ABF2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61" y="4641769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PND21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CaixaDeTexto 65">
            <a:extLst xmlns:a="http://schemas.openxmlformats.org/drawingml/2006/main">
              <a:ext uri="{FF2B5EF4-FFF2-40B4-BE49-F238E27FC236}">
                <a16:creationId xmlns:a16="http://schemas.microsoft.com/office/drawing/2014/main" id="{F197CA15-34E2-4A04-A302-4863E3D9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415" y="4666330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PND90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CaixaDeTexto 66">
            <a:extLst xmlns:a="http://schemas.openxmlformats.org/drawingml/2006/main">
              <a:ext uri="{FF2B5EF4-FFF2-40B4-BE49-F238E27FC236}">
                <a16:creationId xmlns:a16="http://schemas.microsoft.com/office/drawing/2014/main" id="{482EE91D-B59E-4F27-9615-AACF7E81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180" y="5681132"/>
            <a:ext cx="48045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Adulthood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1" name="Imagem 6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5e3ae169d74ffb"/>
          <a:srcRect xmlns:a="http://schemas.openxmlformats.org/drawingml/2006/main" l="6055" t="0" r="10161" b="58104"/>
          <a:stretch xmlns:a="http://schemas.openxmlformats.org/drawingml/2006/main"/>
        </p:blipFill>
        <p:spPr>
          <a:xfrm xmlns:a="http://schemas.openxmlformats.org/drawingml/2006/main">
            <a:off x="5358582" y="5131802"/>
            <a:ext cx="806318" cy="549814"/>
          </a:xfrm>
          <a:prstGeom xmlns:a="http://schemas.openxmlformats.org/drawingml/2006/main" prst="rect">
            <a:avLst/>
          </a:prstGeom>
        </p:spPr>
      </p:pic>
      <p:pic>
        <p:nvPicPr>
          <p:cNvPr id="242" name="Imagem 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1db2fec5a74fac"/>
          <a:srcRect xmlns:a="http://schemas.openxmlformats.org/drawingml/2006/main" l="4985" t="42506" r="50000" b="24331"/>
          <a:stretch xmlns:a="http://schemas.openxmlformats.org/drawingml/2006/main"/>
        </p:blipFill>
        <p:spPr>
          <a:xfrm xmlns:a="http://schemas.openxmlformats.org/drawingml/2006/main">
            <a:off x="3820385" y="5125482"/>
            <a:ext cx="559876" cy="562457"/>
          </a:xfrm>
          <a:prstGeom xmlns:a="http://schemas.openxmlformats.org/drawingml/2006/main" prst="rect">
            <a:avLst/>
          </a:prstGeom>
        </p:spPr>
      </p:pic>
      <p:pic>
        <p:nvPicPr>
          <p:cNvPr id="243" name="Imagem 7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471e8eb147431a"/>
          <a:srcRect xmlns:a="http://schemas.openxmlformats.org/drawingml/2006/main" l="0" t="29443" r="28505" b="42664"/>
          <a:stretch xmlns:a="http://schemas.openxmlformats.org/drawingml/2006/main"/>
        </p:blipFill>
        <p:spPr>
          <a:xfrm xmlns:a="http://schemas.openxmlformats.org/drawingml/2006/main">
            <a:off x="8784307" y="5019535"/>
            <a:ext cx="1075499" cy="572183"/>
          </a:xfrm>
          <a:prstGeom xmlns:a="http://schemas.openxmlformats.org/drawingml/2006/main" prst="rect">
            <a:avLst/>
          </a:prstGeom>
        </p:spPr>
      </p:pic>
      <p:pic>
        <p:nvPicPr>
          <p:cNvPr id="244" name="Imagem 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9af6d1fdb14bad"/>
          <a:srcRect xmlns:a="http://schemas.openxmlformats.org/drawingml/2006/main" l="0" t="25167" r="43076" b="61214"/>
          <a:stretch xmlns:a="http://schemas.openxmlformats.org/drawingml/2006/main"/>
        </p:blipFill>
        <p:spPr>
          <a:xfrm xmlns:a="http://schemas.openxmlformats.org/drawingml/2006/main">
            <a:off x="7039139" y="5259631"/>
            <a:ext cx="901613" cy="294159"/>
          </a:xfrm>
          <a:prstGeom xmlns:a="http://schemas.openxmlformats.org/drawingml/2006/main" prst="rect">
            <a:avLst/>
          </a:prstGeom>
        </p:spPr>
      </p:pic>
      <p:cxnSp>
        <p:nvCxnSpPr>
          <p:cNvPr id="245" name="Conector de seta reta 27"/>
          <p:cNvCxnSpPr>
            <a:stCxn xmlns:a="http://schemas.openxmlformats.org/drawingml/2006/main" id="70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4380262" y="5406710"/>
            <a:ext cx="978321" cy="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6" name="Conector de seta reta 28"/>
          <p:cNvCxnSpPr>
            <a:stCxn xmlns:a="http://schemas.openxmlformats.org/drawingml/2006/main" id="69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164900" y="5406710"/>
            <a:ext cx="874238" cy="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6" name="CaixaDeTexto 85">
            <a:extLst xmlns:a="http://schemas.openxmlformats.org/drawingml/2006/main">
              <a:ext uri="{FF2B5EF4-FFF2-40B4-BE49-F238E27FC236}">
                <a16:creationId xmlns:a16="http://schemas.microsoft.com/office/drawing/2014/main" id="{467BA298-3E46-45DF-94AB-0E8C650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692" y="8591845"/>
            <a:ext cx="273880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Breeding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of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unrelated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animals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within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each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group</a:t>
            </a:r>
            <a:endParaRPr sz="1600"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48" name="Conector de seta reta 13"/>
          <p:cNvCxnSpPr/>
          <p:nvPr/>
        </p:nvCxnSpPr>
        <p:spPr>
          <a:xfrm xmlns:a="http://schemas.openxmlformats.org/drawingml/2006/main" flipV="1">
            <a:off x="7926535" y="5155291"/>
            <a:ext cx="1" cy="8951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9" name="Conector de seta reta 13"/>
          <p:cNvCxnSpPr/>
          <p:nvPr/>
        </p:nvCxnSpPr>
        <p:spPr>
          <a:xfrm xmlns:a="http://schemas.openxmlformats.org/drawingml/2006/main" flipH="1" flipV="1">
            <a:off x="10719778" y="5153532"/>
            <a:ext cx="4857" cy="8969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0" name="Conector de seta reta 13"/>
          <p:cNvCxnSpPr/>
          <p:nvPr/>
        </p:nvCxnSpPr>
        <p:spPr>
          <a:xfrm xmlns:a="http://schemas.openxmlformats.org/drawingml/2006/main" flipH="1" flipV="1">
            <a:off x="10719778" y="7637378"/>
            <a:ext cx="4857" cy="8969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3" name="CaixaDeTexto 122">
            <a:extLst xmlns:a="http://schemas.openxmlformats.org/drawingml/2006/main">
              <a:ext uri="{FF2B5EF4-FFF2-40B4-BE49-F238E27FC236}">
                <a16:creationId xmlns:a16="http://schemas.microsoft.com/office/drawing/2014/main" id="{2902742C-3D27-4F2A-B06B-78CC66D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988" y="7118120"/>
            <a:ext cx="1204437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GD0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4" name="CaixaDeTexto 123">
            <a:extLst xmlns:a="http://schemas.openxmlformats.org/drawingml/2006/main">
              <a:ext uri="{FF2B5EF4-FFF2-40B4-BE49-F238E27FC236}">
                <a16:creationId xmlns:a16="http://schemas.microsoft.com/office/drawing/2014/main" id="{9257C178-7FD2-49D1-9127-59EC5B9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74" y="7121117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PND21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53" name="Imagem 1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5e3ae169d74ffb"/>
          <a:srcRect xmlns:a="http://schemas.openxmlformats.org/drawingml/2006/main" l="6055" t="0" r="10161" b="58104"/>
          <a:stretch xmlns:a="http://schemas.openxmlformats.org/drawingml/2006/main"/>
        </p:blipFill>
        <p:spPr>
          <a:xfrm xmlns:a="http://schemas.openxmlformats.org/drawingml/2006/main">
            <a:off x="11876030" y="7580074"/>
            <a:ext cx="806318" cy="549814"/>
          </a:xfrm>
          <a:prstGeom xmlns:a="http://schemas.openxmlformats.org/drawingml/2006/main" prst="rect">
            <a:avLst/>
          </a:prstGeom>
        </p:spPr>
      </p:pic>
      <p:pic>
        <p:nvPicPr>
          <p:cNvPr id="254" name="Imagem 1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1db2fec5a74fac"/>
          <a:srcRect xmlns:a="http://schemas.openxmlformats.org/drawingml/2006/main" l="4985" t="42506" r="50000" b="24331"/>
          <a:stretch xmlns:a="http://schemas.openxmlformats.org/drawingml/2006/main"/>
        </p:blipFill>
        <p:spPr>
          <a:xfrm xmlns:a="http://schemas.openxmlformats.org/drawingml/2006/main">
            <a:off x="10913770" y="7573754"/>
            <a:ext cx="559876" cy="562457"/>
          </a:xfrm>
          <a:prstGeom xmlns:a="http://schemas.openxmlformats.org/drawingml/2006/main" prst="rect">
            <a:avLst/>
          </a:prstGeom>
        </p:spPr>
      </p:pic>
      <p:pic>
        <p:nvPicPr>
          <p:cNvPr id="255" name="Imagem 1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9af6d1fdb14bad"/>
          <a:srcRect xmlns:a="http://schemas.openxmlformats.org/drawingml/2006/main" l="0" t="25167" r="43076" b="61214"/>
          <a:stretch xmlns:a="http://schemas.openxmlformats.org/drawingml/2006/main"/>
        </p:blipFill>
        <p:spPr>
          <a:xfrm xmlns:a="http://schemas.openxmlformats.org/drawingml/2006/main">
            <a:off x="13100166" y="7707903"/>
            <a:ext cx="901613" cy="294159"/>
          </a:xfrm>
          <a:prstGeom xmlns:a="http://schemas.openxmlformats.org/drawingml/2006/main" prst="rect">
            <a:avLst/>
          </a:prstGeom>
        </p:spPr>
      </p:pic>
      <p:cxnSp>
        <p:nvCxnSpPr>
          <p:cNvPr id="256" name="Conector de seta reta 27"/>
          <p:cNvCxnSpPr>
            <a:stCxn xmlns:a="http://schemas.openxmlformats.org/drawingml/2006/main" id="126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 flipV="1">
            <a:off x="11473646" y="7854981"/>
            <a:ext cx="402384" cy="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7" name="Conector de seta reta 28"/>
          <p:cNvCxnSpPr>
            <a:stCxn xmlns:a="http://schemas.openxmlformats.org/drawingml/2006/main" id="125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12682348" y="7854981"/>
            <a:ext cx="417818" cy="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8" name="Conector de seta reta 13"/>
          <p:cNvCxnSpPr/>
          <p:nvPr/>
        </p:nvCxnSpPr>
        <p:spPr>
          <a:xfrm xmlns:a="http://schemas.openxmlformats.org/drawingml/2006/main" flipV="1">
            <a:off x="14062425" y="7639137"/>
            <a:ext cx="1" cy="8951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2" name="CaixaDeTexto 131">
            <a:extLst xmlns:a="http://schemas.openxmlformats.org/drawingml/2006/main">
              <a:ext uri="{FF2B5EF4-FFF2-40B4-BE49-F238E27FC236}">
                <a16:creationId xmlns:a16="http://schemas.microsoft.com/office/drawing/2014/main" id="{30EC819E-E8DC-4CAC-8A8E-BF12FA9E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425" y="8133771"/>
            <a:ext cx="325220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Adulthood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7" name="Elipse 136">
            <a:extLst xmlns:a="http://schemas.openxmlformats.org/drawingml/2006/main">
              <a:ext uri="{FF2B5EF4-FFF2-40B4-BE49-F238E27FC236}">
                <a16:creationId xmlns:a16="http://schemas.microsoft.com/office/drawing/2014/main" id="{2AEBE189-FA12-4D83-9665-88D547B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086" y="5471920"/>
            <a:ext cx="799715" cy="7694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61" name="Conector reto 2"/>
          <p:cNvCxnSpPr>
            <a:endCxn xmlns:a="http://schemas.openxmlformats.org/drawingml/2006/main" id="123" idx="0"/>
          </p:cNvCxnSpPr>
          <p:nvPr/>
        </p:nvCxnSpPr>
        <p:spPr>
          <a:xfrm xmlns:a="http://schemas.openxmlformats.org/drawingml/2006/main" flipH="1">
            <a:off x="10722207" y="6027653"/>
            <a:ext cx="1642" cy="1090467"/>
          </a:xfrm>
          <a:prstGeom xmlns:a="http://schemas.openxmlformats.org/drawingml/2006/main" prst="line">
            <a:avLst/>
          </a:prstGeom>
          <a:ln xmlns:a="http://schemas.openxmlformats.org/drawingml/2006/main" w="28575">
            <a:prstDash val="dash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2" name="Conector de seta reta 13"/>
          <p:cNvCxnSpPr/>
          <p:nvPr/>
        </p:nvCxnSpPr>
        <p:spPr>
          <a:xfrm xmlns:a="http://schemas.openxmlformats.org/drawingml/2006/main" flipV="1">
            <a:off x="17294047" y="7662591"/>
            <a:ext cx="1" cy="8951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3" name="Conector de seta reta 13"/>
          <p:cNvCxnSpPr/>
          <p:nvPr/>
        </p:nvCxnSpPr>
        <p:spPr>
          <a:xfrm xmlns:a="http://schemas.openxmlformats.org/drawingml/2006/main" flipV="1">
            <a:off x="15548437" y="5155291"/>
            <a:ext cx="1" cy="8951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" name="CaixaDeTexto 4">
            <a:extLst xmlns:a="http://schemas.openxmlformats.org/drawingml/2006/main">
              <a:ext uri="{FF2B5EF4-FFF2-40B4-BE49-F238E27FC236}">
                <a16:creationId xmlns:a16="http://schemas.microsoft.com/office/drawing/2014/main" id="{A0CD1CA7-43B4-D06B-7631-982B079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931" y="4611392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PND365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CaixaDeTexto 5">
            <a:extLst xmlns:a="http://schemas.openxmlformats.org/drawingml/2006/main">
              <a:ext uri="{FF2B5EF4-FFF2-40B4-BE49-F238E27FC236}">
                <a16:creationId xmlns:a16="http://schemas.microsoft.com/office/drawing/2014/main" id="{8CC6A85D-3A12-27FB-09DA-25E83B0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514" y="7196866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PND365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46">
            <a:extLst xmlns:a="http://schemas.openxmlformats.org/drawingml/2006/main">
              <a:ext uri="{FF2B5EF4-FFF2-40B4-BE49-F238E27FC236}">
                <a16:creationId xmlns:a16="http://schemas.microsoft.com/office/drawing/2014/main" id="{608BD137-2F53-EB22-62A2-B0CF44CE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65" y="2767441"/>
            <a:ext cx="835439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F0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C7326099-638D-B748-99E1-A930E59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313" y="2958331"/>
            <a:ext cx="4302249" cy="38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855DBA8C-9710-BD16-2173-9B324021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87" y="2983827"/>
            <a:ext cx="2636477" cy="33666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69" name="Conector de seta reta 13"/>
          <p:cNvCxnSpPr/>
          <p:nvPr/>
        </p:nvCxnSpPr>
        <p:spPr>
          <a:xfrm xmlns:a="http://schemas.openxmlformats.org/drawingml/2006/main" flipH="1" flipV="1">
            <a:off x="3707610" y="2446573"/>
            <a:ext cx="4857" cy="8969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CaixaDeTexto 25">
            <a:extLst xmlns:a="http://schemas.openxmlformats.org/drawingml/2006/main">
              <a:ext uri="{FF2B5EF4-FFF2-40B4-BE49-F238E27FC236}">
                <a16:creationId xmlns:a16="http://schemas.microsoft.com/office/drawing/2014/main" id="{2ECE0BC7-0BFD-287D-2D6A-4E4E0082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391" y="1934299"/>
            <a:ext cx="1387998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PND90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CaixaDeTexto 26">
            <a:extLst xmlns:a="http://schemas.openxmlformats.org/drawingml/2006/main">
              <a:ext uri="{FF2B5EF4-FFF2-40B4-BE49-F238E27FC236}">
                <a16:creationId xmlns:a16="http://schemas.microsoft.com/office/drawing/2014/main" id="{AF6B7D0C-B479-F256-5D1B-3C600C3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855" y="1937296"/>
            <a:ext cx="1731583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PND132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CaixaDeTexto 28">
            <a:extLst xmlns:a="http://schemas.openxmlformats.org/drawingml/2006/main">
              <a:ext uri="{FF2B5EF4-FFF2-40B4-BE49-F238E27FC236}">
                <a16:creationId xmlns:a16="http://schemas.microsoft.com/office/drawing/2014/main" id="{A86BE691-EAFF-291E-419B-17F6FBA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665" y="2960902"/>
            <a:ext cx="4280897" cy="382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Exposure</a:t>
            </a:r>
            <a:r>
              <a:rPr sz="1800" b="1">
                <a:latin typeface="Times New Roman"/>
                <a:ea typeface="Times New Roman"/>
                <a:cs typeface="Times New Roman"/>
              </a:rPr>
              <a:t>: </a:t>
            </a:r>
            <a:r>
              <a:rPr sz="1800" b="1">
                <a:latin typeface="Times New Roman"/>
                <a:ea typeface="Times New Roman"/>
                <a:cs typeface="Times New Roman"/>
              </a:rPr>
              <a:t>gestation</a:t>
            </a:r>
            <a:r>
              <a:rPr sz="1800" b="1">
                <a:latin typeface="Times New Roman"/>
                <a:ea typeface="Times New Roman"/>
                <a:cs typeface="Times New Roman"/>
              </a:rPr>
              <a:t> + </a:t>
            </a:r>
            <a:r>
              <a:rPr sz="1800" b="1">
                <a:latin typeface="Times New Roman"/>
                <a:ea typeface="Times New Roman"/>
                <a:cs typeface="Times New Roman"/>
              </a:rPr>
              <a:t>lactation</a:t>
            </a:r>
            <a:endParaRPr sz="18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73" name="Imagem 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90128f246c4c82"/>
          <a:srcRect xmlns:a="http://schemas.openxmlformats.org/drawingml/2006/main" l="0" t="1066" r="40861" b="38309"/>
          <a:stretch xmlns:a="http://schemas.openxmlformats.org/drawingml/2006/main"/>
        </p:blipFill>
        <p:spPr>
          <a:xfrm xmlns:a="http://schemas.openxmlformats.org/drawingml/2006/main">
            <a:off x="3707257" y="3441009"/>
            <a:ext cx="786132" cy="1098940"/>
          </a:xfrm>
          <a:prstGeom xmlns:a="http://schemas.openxmlformats.org/drawingml/2006/main" prst="rect">
            <a:avLst/>
          </a:prstGeom>
        </p:spPr>
      </p:pic>
      <p:sp>
        <p:nvSpPr>
          <p:cNvPr id="37" name="CaixaDeTexto 36">
            <a:extLst xmlns:a="http://schemas.openxmlformats.org/drawingml/2006/main">
              <a:ext uri="{FF2B5EF4-FFF2-40B4-BE49-F238E27FC236}">
                <a16:creationId xmlns:a16="http://schemas.microsoft.com/office/drawing/2014/main" id="{59744BAF-E924-9873-BDBA-AB0075A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217" y="3422293"/>
            <a:ext cx="35714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CN                   Mineral </a:t>
            </a:r>
            <a:r>
              <a:rPr sz="1800">
                <a:latin typeface="Times New Roman"/>
                <a:ea typeface="Times New Roman"/>
                <a:cs typeface="Times New Roman"/>
              </a:rPr>
              <a:t>Oil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VitA</a:t>
            </a:r>
            <a:r>
              <a:rPr sz="1800">
                <a:latin typeface="Times New Roman"/>
                <a:ea typeface="Times New Roman"/>
                <a:cs typeface="Times New Roman"/>
              </a:rPr>
              <a:t>                 7500 RAE/kg/</a:t>
            </a:r>
            <a:r>
              <a:rPr sz="1800">
                <a:latin typeface="Times New Roman"/>
                <a:ea typeface="Times New Roman"/>
                <a:cs typeface="Times New Roman"/>
              </a:rPr>
              <a:t>day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MeHg</a:t>
            </a:r>
            <a:r>
              <a:rPr sz="1800">
                <a:latin typeface="Times New Roman"/>
                <a:ea typeface="Times New Roman"/>
                <a:cs typeface="Times New Roman"/>
              </a:rPr>
              <a:t>              0.5mg/kg/</a:t>
            </a:r>
            <a:r>
              <a:rPr sz="1800">
                <a:latin typeface="Times New Roman"/>
                <a:ea typeface="Times New Roman"/>
                <a:cs typeface="Times New Roman"/>
              </a:rPr>
              <a:t>day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VitA</a:t>
            </a:r>
            <a:r>
              <a:rPr sz="1800">
                <a:latin typeface="Times New Roman"/>
                <a:ea typeface="Times New Roman"/>
                <a:cs typeface="Times New Roman"/>
              </a:rPr>
              <a:t> + </a:t>
            </a:r>
            <a:r>
              <a:rPr sz="1800">
                <a:latin typeface="Times New Roman"/>
                <a:ea typeface="Times New Roman"/>
                <a:cs typeface="Times New Roman"/>
              </a:rPr>
              <a:t>MeHg</a:t>
            </a:r>
            <a:r>
              <a:rPr sz="1800">
                <a:latin typeface="Times New Roman"/>
                <a:ea typeface="Times New Roman"/>
                <a:cs typeface="Times New Roman"/>
              </a:rPr>
              <a:t>  Both</a:t>
            </a:r>
          </a:p>
        </p:txBody>
      </p:sp>
      <p:cxnSp>
        <p:nvCxnSpPr>
          <p:cNvPr id="275" name="Conector de seta reta 13"/>
          <p:cNvCxnSpPr/>
          <p:nvPr/>
        </p:nvCxnSpPr>
        <p:spPr>
          <a:xfrm xmlns:a="http://schemas.openxmlformats.org/drawingml/2006/main" flipV="1">
            <a:off x="8003629" y="2448333"/>
            <a:ext cx="1" cy="8951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0" name="Elipse 39">
            <a:extLst xmlns:a="http://schemas.openxmlformats.org/drawingml/2006/main">
              <a:ext uri="{FF2B5EF4-FFF2-40B4-BE49-F238E27FC236}">
                <a16:creationId xmlns:a16="http://schemas.microsoft.com/office/drawing/2014/main" id="{0446FDC7-5A2D-863D-5BB0-DA3C9F5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27" y="2767447"/>
            <a:ext cx="799715" cy="7694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CaixaDeTexto 41">
            <a:extLst xmlns:a="http://schemas.openxmlformats.org/drawingml/2006/main">
              <a:ext uri="{FF2B5EF4-FFF2-40B4-BE49-F238E27FC236}">
                <a16:creationId xmlns:a16="http://schemas.microsoft.com/office/drawing/2014/main" id="{190D73D0-5CDD-3D6E-162E-A6B802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15" y="3676045"/>
            <a:ext cx="1387998" cy="511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(</a:t>
            </a:r>
            <a:r>
              <a:rPr b="1">
                <a:latin typeface="Times New Roman"/>
                <a:ea typeface="Times New Roman"/>
                <a:cs typeface="Times New Roman"/>
              </a:rPr>
              <a:t>Dams</a:t>
            </a:r>
            <a:r>
              <a:rPr b="1">
                <a:latin typeface="Times New Roman"/>
                <a:ea typeface="Times New Roman"/>
                <a:cs typeface="Times New Roman"/>
              </a:rPr>
              <a:t>)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7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ef880edd42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2179" y="1402094"/>
            <a:ext cx="666783" cy="525590"/>
          </a:xfrm>
          <a:prstGeom xmlns:a="http://schemas.openxmlformats.org/drawingml/2006/main" prst="rect">
            <a:avLst/>
          </a:prstGeom>
        </p:spPr>
      </p:pic>
      <p:sp>
        <p:nvSpPr>
          <p:cNvPr id="44" name="CaixaDeTexto 43">
            <a:extLst xmlns:a="http://schemas.openxmlformats.org/drawingml/2006/main">
              <a:ext uri="{FF2B5EF4-FFF2-40B4-BE49-F238E27FC236}">
                <a16:creationId xmlns:a16="http://schemas.microsoft.com/office/drawing/2014/main" id="{FCEE3649-7F38-C7F5-D520-F3A16E6F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886" y="6438039"/>
            <a:ext cx="10308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Colon</a:t>
            </a:r>
          </a:p>
        </p:txBody>
      </p:sp>
      <p:sp>
        <p:nvSpPr>
          <p:cNvPr id="45" name="CaixaDeTexto 44">
            <a:extLst xmlns:a="http://schemas.openxmlformats.org/drawingml/2006/main">
              <a:ext uri="{FF2B5EF4-FFF2-40B4-BE49-F238E27FC236}">
                <a16:creationId xmlns:a16="http://schemas.microsoft.com/office/drawing/2014/main" id="{D6D49744-F35B-08C0-A94D-498CE5F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059" y="7063920"/>
            <a:ext cx="14076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Microbiome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8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50765e07e4a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2179" y="676782"/>
            <a:ext cx="666782" cy="638500"/>
          </a:xfrm>
          <a:prstGeom xmlns:a="http://schemas.openxmlformats.org/drawingml/2006/main" prst="rect">
            <a:avLst/>
          </a:prstGeom>
        </p:spPr>
      </p:pic>
      <p:pic>
        <p:nvPicPr>
          <p:cNvPr id="28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ef880edd42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0203" y="7024867"/>
            <a:ext cx="666783" cy="525590"/>
          </a:xfrm>
          <a:prstGeom xmlns:a="http://schemas.openxmlformats.org/drawingml/2006/main" prst="rect">
            <a:avLst/>
          </a:prstGeom>
        </p:spPr>
      </p:pic>
      <p:pic>
        <p:nvPicPr>
          <p:cNvPr id="28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50765e07e4a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0203" y="6303455"/>
            <a:ext cx="666782" cy="638500"/>
          </a:xfrm>
          <a:prstGeom xmlns:a="http://schemas.openxmlformats.org/drawingml/2006/main" prst="rect">
            <a:avLst/>
          </a:prstGeom>
        </p:spPr>
      </p:pic>
      <p:pic>
        <p:nvPicPr>
          <p:cNvPr id="28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ef880edd42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05330" y="6203140"/>
            <a:ext cx="666783" cy="525590"/>
          </a:xfrm>
          <a:prstGeom xmlns:a="http://schemas.openxmlformats.org/drawingml/2006/main" prst="rect">
            <a:avLst/>
          </a:prstGeom>
        </p:spPr>
      </p:pic>
      <p:pic>
        <p:nvPicPr>
          <p:cNvPr id="28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ef880edd42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76383" y="8697383"/>
            <a:ext cx="666783" cy="525590"/>
          </a:xfrm>
          <a:prstGeom xmlns:a="http://schemas.openxmlformats.org/drawingml/2006/main" prst="rect">
            <a:avLst/>
          </a:prstGeom>
        </p:spPr>
      </p:pic>
      <p:pic>
        <p:nvPicPr>
          <p:cNvPr id="28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60a4674ff41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4594" y="7658210"/>
            <a:ext cx="478000" cy="478000"/>
          </a:xfrm>
          <a:prstGeom xmlns:a="http://schemas.openxmlformats.org/drawingml/2006/main" prst="rect">
            <a:avLst/>
          </a:prstGeom>
        </p:spPr>
      </p:pic>
      <p:sp>
        <p:nvSpPr>
          <p:cNvPr id="53" name="CaixaDeTexto 52">
            <a:extLst xmlns:a="http://schemas.openxmlformats.org/drawingml/2006/main">
              <a:ext uri="{FF2B5EF4-FFF2-40B4-BE49-F238E27FC236}">
                <a16:creationId xmlns:a16="http://schemas.microsoft.com/office/drawing/2014/main" id="{188F4723-9529-B823-A743-85275DCD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059" y="7712544"/>
            <a:ext cx="14076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Serum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Chave Esquerda 53">
            <a:extLst xmlns:a="http://schemas.openxmlformats.org/drawingml/2006/main">
              <a:ext uri="{FF2B5EF4-FFF2-40B4-BE49-F238E27FC236}">
                <a16:creationId xmlns:a16="http://schemas.microsoft.com/office/drawing/2014/main" id="{EEF17A57-E056-9337-7646-5921F72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20235" y="5384089"/>
            <a:ext cx="257490" cy="1670654"/>
          </a:xfrm>
          <a:prstGeom xmlns:a="http://schemas.openxmlformats.org/drawingml/2006/main" prst="leftBrac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9" name="Imagem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ab0df682354f73"/>
          <a:srcRect xmlns:a="http://schemas.openxmlformats.org/drawingml/2006/main" l="0" t="0" r="42235" b="60085"/>
          <a:stretch xmlns:a="http://schemas.openxmlformats.org/drawingml/2006/main"/>
        </p:blipFill>
        <p:spPr>
          <a:xfrm xmlns:a="http://schemas.openxmlformats.org/drawingml/2006/main">
            <a:off x="8140025" y="8275954"/>
            <a:ext cx="647138" cy="609776"/>
          </a:xfrm>
          <a:prstGeom xmlns:a="http://schemas.openxmlformats.org/drawingml/2006/main" prst="rect">
            <a:avLst/>
          </a:prstGeom>
        </p:spPr>
      </p:pic>
      <p:pic>
        <p:nvPicPr>
          <p:cNvPr id="290" name="Imagem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5de8f434b14688"/>
          <a:srcRect xmlns:a="http://schemas.openxmlformats.org/drawingml/2006/main" l="0" t="39283" r="42235" b="21966"/>
          <a:stretch xmlns:a="http://schemas.openxmlformats.org/drawingml/2006/main"/>
        </p:blipFill>
        <p:spPr>
          <a:xfrm xmlns:a="http://schemas.openxmlformats.org/drawingml/2006/main">
            <a:off x="8070874" y="8929895"/>
            <a:ext cx="785441" cy="718483"/>
          </a:xfrm>
          <a:prstGeom xmlns:a="http://schemas.openxmlformats.org/drawingml/2006/main" prst="rect">
            <a:avLst/>
          </a:prstGeom>
        </p:spPr>
      </p:pic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09952234-1D2D-9BA1-574F-AEAB6BDB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059" y="8396176"/>
            <a:ext cx="14076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 Field</a:t>
            </a:r>
          </a:p>
        </p:txBody>
      </p:sp>
      <p:sp>
        <p:nvSpPr>
          <p:cNvPr id="12" name="CaixaDeTexto 11">
            <a:extLst xmlns:a="http://schemas.openxmlformats.org/drawingml/2006/main">
              <a:ext uri="{FF2B5EF4-FFF2-40B4-BE49-F238E27FC236}">
                <a16:creationId xmlns:a16="http://schemas.microsoft.com/office/drawing/2014/main" id="{51181138-E3F5-68BF-6AC9-361C7149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059" y="9104470"/>
            <a:ext cx="14076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Plus Maze</a:t>
            </a:r>
          </a:p>
        </p:txBody>
      </p:sp>
      <p:pic>
        <p:nvPicPr>
          <p:cNvPr id="293" name="Imagem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ab0df682354f73"/>
          <a:srcRect xmlns:a="http://schemas.openxmlformats.org/drawingml/2006/main" l="0" t="0" r="42235" b="60085"/>
          <a:stretch xmlns:a="http://schemas.openxmlformats.org/drawingml/2006/main"/>
        </p:blipFill>
        <p:spPr>
          <a:xfrm xmlns:a="http://schemas.openxmlformats.org/drawingml/2006/main" rot="0" flipH="0" flipV="0">
            <a:off x="14926977" y="8628478"/>
            <a:ext cx="638732" cy="601855"/>
          </a:xfrm>
          <a:prstGeom xmlns:a="http://schemas.openxmlformats.org/drawingml/2006/main" prst="rect">
            <a:avLst/>
          </a:prstGeom>
        </p:spPr>
      </p:pic>
      <p:pic>
        <p:nvPicPr>
          <p:cNvPr id="294" name="Imagem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5de8f434b14688"/>
          <a:srcRect xmlns:a="http://schemas.openxmlformats.org/drawingml/2006/main" l="0" t="39283" r="42235" b="21966"/>
          <a:stretch xmlns:a="http://schemas.openxmlformats.org/drawingml/2006/main"/>
        </p:blipFill>
        <p:spPr>
          <a:xfrm xmlns:a="http://schemas.openxmlformats.org/drawingml/2006/main" rot="0" flipH="0" flipV="0">
            <a:off x="15499676" y="8574829"/>
            <a:ext cx="775239" cy="709151"/>
          </a:xfrm>
          <a:prstGeom xmlns:a="http://schemas.openxmlformats.org/drawingml/2006/main" prst="rect">
            <a:avLst/>
          </a:prstGeom>
        </p:spPr>
      </p:pic>
      <p:pic>
        <p:nvPicPr>
          <p:cNvPr id="295" name="Imagem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ab0df682354f73"/>
          <a:srcRect xmlns:a="http://schemas.openxmlformats.org/drawingml/2006/main" l="0" t="0" r="42235" b="60085"/>
          <a:stretch xmlns:a="http://schemas.openxmlformats.org/drawingml/2006/main"/>
        </p:blipFill>
        <p:spPr>
          <a:xfrm xmlns:a="http://schemas.openxmlformats.org/drawingml/2006/main" rot="0" flipH="0" flipV="0">
            <a:off x="12329401" y="4931463"/>
            <a:ext cx="638732" cy="601855"/>
          </a:xfrm>
          <a:prstGeom xmlns:a="http://schemas.openxmlformats.org/drawingml/2006/main" prst="rect">
            <a:avLst/>
          </a:prstGeom>
        </p:spPr>
      </p:pic>
      <p:pic>
        <p:nvPicPr>
          <p:cNvPr id="296" name="Imagem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5de8f434b14688"/>
          <a:srcRect xmlns:a="http://schemas.openxmlformats.org/drawingml/2006/main" l="0" t="39283" r="42235" b="21966"/>
          <a:stretch xmlns:a="http://schemas.openxmlformats.org/drawingml/2006/main"/>
        </p:blipFill>
        <p:spPr>
          <a:xfrm xmlns:a="http://schemas.openxmlformats.org/drawingml/2006/main" rot="0" flipH="0" flipV="0">
            <a:off x="12902100" y="4877814"/>
            <a:ext cx="775239" cy="709151"/>
          </a:xfrm>
          <a:prstGeom xmlns:a="http://schemas.openxmlformats.org/drawingml/2006/main" prst="rect">
            <a:avLst/>
          </a:prstGeom>
        </p:spPr>
      </p:pic>
      <p:pic>
        <p:nvPicPr>
          <p:cNvPr id="29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f318f2fb2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33325">
            <a:off x="17042755" y="9370010"/>
            <a:ext cx="569938" cy="570890"/>
          </a:xfrm>
          <a:prstGeom xmlns:a="http://schemas.openxmlformats.org/drawingml/2006/main" prst="rect">
            <a:avLst/>
          </a:prstGeom>
        </p:spPr>
      </p:pic>
      <p:sp>
        <p:nvSpPr>
          <p:cNvPr id="20" name="CaixaDeTexto 19">
            <a:extLst xmlns:a="http://schemas.openxmlformats.org/drawingml/2006/main">
              <a:ext uri="{FF2B5EF4-FFF2-40B4-BE49-F238E27FC236}">
                <a16:creationId xmlns:a16="http://schemas.microsoft.com/office/drawing/2014/main" id="{0636EBE4-3AEB-55C3-7FEA-6127B1DE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2113" y="9463712"/>
            <a:ext cx="10308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Liver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99" name="Imagem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f318f2fb2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33325">
            <a:off x="15253849" y="6762989"/>
            <a:ext cx="569938" cy="570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81690"/>
      </p:ext>
    </p:extLst>
  </p:cSld>
</p:sld>
</file>

<file path=ppt/theme/theme1.xml><?xml version="1.0" encoding="utf-8"?>
<a:theme xmlns:a="http://schemas.openxmlformats.org/drawingml/2006/main" name="Presentation Them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2026-08-25T14:44:48.6620000Z</dcterms:created>
  <dcterms:modified xsi:type="dcterms:W3CDTF">2026-08-25T14:44:48.6620000Z</dcterms:modified>
</coreProperties>
</file>